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notesMasterIdLst>
    <p:notesMasterId r:id="rId11"/>
  </p:notesMasterIdLst>
  <p:handoutMasterIdLst>
    <p:handoutMasterId r:id="rId12"/>
  </p:handoutMasterIdLst>
  <p:sldIdLst>
    <p:sldId id="379" r:id="rId5"/>
    <p:sldId id="432" r:id="rId6"/>
    <p:sldId id="461" r:id="rId7"/>
    <p:sldId id="462" r:id="rId8"/>
    <p:sldId id="463" r:id="rId9"/>
    <p:sldId id="348" r:id="rId10"/>
  </p:sldIdLst>
  <p:sldSz cx="18288000" cy="10287000"/>
  <p:notesSz cx="6858000" cy="9144000"/>
  <p:embeddedFontLst>
    <p:embeddedFont>
      <p:font typeface="Aptos SemiBold" panose="020B0004020202020204" pitchFamily="34" charset="0"/>
      <p:regular r:id="rId13"/>
      <p:bold r:id="rId14"/>
      <p:italic r:id="rId15"/>
      <p:boldItalic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B3D8A3E-2763-BBE8-2B15-E74F1DB7656D}" name="Simon Chester" initials="SC" userId="S::schester@ogc.org::fefb1974-f0e7-428b-b44e-2b26a8de5167" providerId="AD"/>
  <p188:author id="{0933B96F-A88B-F1B0-C2BF-5C1F50CDD902}" name="Deepti Kala" initials="DK" userId="2b002ef7cfccb829"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263BD3"/>
    <a:srgbClr val="EDF786"/>
    <a:srgbClr val="ECF456"/>
    <a:srgbClr val="1A31A0"/>
    <a:srgbClr val="1A2584"/>
    <a:srgbClr val="191CB5"/>
    <a:srgbClr val="191C71"/>
    <a:srgbClr val="261AEA"/>
    <a:srgbClr val="CAD31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3" autoAdjust="0"/>
    <p:restoredTop sz="96197" autoAdjust="0"/>
  </p:normalViewPr>
  <p:slideViewPr>
    <p:cSldViewPr>
      <p:cViewPr varScale="1">
        <p:scale>
          <a:sx n="58" d="100"/>
          <a:sy n="58" d="100"/>
        </p:scale>
        <p:origin x="499" y="27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notesViewPr>
    <p:cSldViewPr>
      <p:cViewPr varScale="1">
        <p:scale>
          <a:sx n="93" d="100"/>
          <a:sy n="93" d="100"/>
        </p:scale>
        <p:origin x="3784" y="21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1.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8/10/relationships/authors" Target="authors.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4.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font" Target="fonts/font3.fntdata"/><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2.fntdata"/></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207179B-905C-4FB0-8F36-1A14349F5A2F}"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CAFE76E-9505-457F-ADE0-4257BF1B8124}">
      <dgm:prSet/>
      <dgm:spPr/>
      <dgm:t>
        <a:bodyPr/>
        <a:lstStyle/>
        <a:p>
          <a:r>
            <a:rPr lang="en-US" dirty="0"/>
            <a:t>I am here now.</a:t>
          </a:r>
        </a:p>
      </dgm:t>
    </dgm:pt>
    <dgm:pt modelId="{0027A9D7-4D00-4B2A-B7EE-090E934BD63E}" type="parTrans" cxnId="{AA7239D5-262E-46A1-AEF8-22098F15C8F1}">
      <dgm:prSet/>
      <dgm:spPr/>
      <dgm:t>
        <a:bodyPr/>
        <a:lstStyle/>
        <a:p>
          <a:endParaRPr lang="en-US"/>
        </a:p>
      </dgm:t>
    </dgm:pt>
    <dgm:pt modelId="{9E4DAEF1-F12C-4943-A3EF-DE70FB303617}" type="sibTrans" cxnId="{AA7239D5-262E-46A1-AEF8-22098F15C8F1}">
      <dgm:prSet/>
      <dgm:spPr/>
      <dgm:t>
        <a:bodyPr/>
        <a:lstStyle/>
        <a:p>
          <a:endParaRPr lang="en-US"/>
        </a:p>
      </dgm:t>
    </dgm:pt>
    <dgm:pt modelId="{9A6A81DA-0401-4F81-ADE7-E2C7352F6E15}">
      <dgm:prSet/>
      <dgm:spPr/>
      <dgm:t>
        <a:bodyPr/>
        <a:lstStyle/>
        <a:p>
          <a:r>
            <a:rPr lang="en-US" dirty="0"/>
            <a:t>I want to stare at the sun.</a:t>
          </a:r>
        </a:p>
      </dgm:t>
    </dgm:pt>
    <dgm:pt modelId="{618823F5-A047-4F41-993A-D84C4C7F066F}" type="parTrans" cxnId="{0C36D1C6-54CC-4512-A5D0-84E567501A5F}">
      <dgm:prSet/>
      <dgm:spPr/>
      <dgm:t>
        <a:bodyPr/>
        <a:lstStyle/>
        <a:p>
          <a:endParaRPr lang="en-US"/>
        </a:p>
      </dgm:t>
    </dgm:pt>
    <dgm:pt modelId="{5BFB3999-B1CF-4611-80ED-996DDC240DDF}" type="sibTrans" cxnId="{0C36D1C6-54CC-4512-A5D0-84E567501A5F}">
      <dgm:prSet/>
      <dgm:spPr/>
      <dgm:t>
        <a:bodyPr/>
        <a:lstStyle/>
        <a:p>
          <a:endParaRPr lang="en-US"/>
        </a:p>
      </dgm:t>
    </dgm:pt>
    <dgm:pt modelId="{ADAD1D57-9FB0-43FD-9685-A2DEC192F48B}">
      <dgm:prSet/>
      <dgm:spPr/>
      <dgm:t>
        <a:bodyPr/>
        <a:lstStyle/>
        <a:p>
          <a:r>
            <a:rPr lang="en-US" dirty="0"/>
            <a:t>I am blind but validated.</a:t>
          </a:r>
        </a:p>
      </dgm:t>
    </dgm:pt>
    <dgm:pt modelId="{D4716E6B-3F61-4B7B-8819-708DD05D0FB0}" type="parTrans" cxnId="{3A3910AF-1E1F-42C0-AF9B-1A71912E3DE1}">
      <dgm:prSet/>
      <dgm:spPr/>
      <dgm:t>
        <a:bodyPr/>
        <a:lstStyle/>
        <a:p>
          <a:endParaRPr lang="en-US"/>
        </a:p>
      </dgm:t>
    </dgm:pt>
    <dgm:pt modelId="{A4FF6AB0-D7CA-449F-8523-156D965088A4}" type="sibTrans" cxnId="{3A3910AF-1E1F-42C0-AF9B-1A71912E3DE1}">
      <dgm:prSet/>
      <dgm:spPr/>
      <dgm:t>
        <a:bodyPr/>
        <a:lstStyle/>
        <a:p>
          <a:endParaRPr lang="en-US"/>
        </a:p>
      </dgm:t>
    </dgm:pt>
    <dgm:pt modelId="{BCA95835-2885-46A3-B432-905F0A2C148F}" type="pres">
      <dgm:prSet presAssocID="{C207179B-905C-4FB0-8F36-1A14349F5A2F}" presName="hierChild1" presStyleCnt="0">
        <dgm:presLayoutVars>
          <dgm:chPref val="1"/>
          <dgm:dir/>
          <dgm:animOne val="branch"/>
          <dgm:animLvl val="lvl"/>
          <dgm:resizeHandles/>
        </dgm:presLayoutVars>
      </dgm:prSet>
      <dgm:spPr/>
    </dgm:pt>
    <dgm:pt modelId="{4034780F-7B08-4728-A2D8-C1D542631AFC}" type="pres">
      <dgm:prSet presAssocID="{8CAFE76E-9505-457F-ADE0-4257BF1B8124}" presName="hierRoot1" presStyleCnt="0"/>
      <dgm:spPr/>
    </dgm:pt>
    <dgm:pt modelId="{25017B52-38A7-4953-96B7-9BE7412672E7}" type="pres">
      <dgm:prSet presAssocID="{8CAFE76E-9505-457F-ADE0-4257BF1B8124}" presName="composite" presStyleCnt="0"/>
      <dgm:spPr/>
    </dgm:pt>
    <dgm:pt modelId="{D9E8DEC5-6ACE-41EA-A26E-96D1302D1F57}" type="pres">
      <dgm:prSet presAssocID="{8CAFE76E-9505-457F-ADE0-4257BF1B8124}" presName="background" presStyleLbl="node0" presStyleIdx="0" presStyleCnt="3"/>
      <dgm:spPr/>
    </dgm:pt>
    <dgm:pt modelId="{0C3913E7-4E36-418B-8F37-A1912C015640}" type="pres">
      <dgm:prSet presAssocID="{8CAFE76E-9505-457F-ADE0-4257BF1B8124}" presName="text" presStyleLbl="fgAcc0" presStyleIdx="0" presStyleCnt="3">
        <dgm:presLayoutVars>
          <dgm:chPref val="3"/>
        </dgm:presLayoutVars>
      </dgm:prSet>
      <dgm:spPr/>
    </dgm:pt>
    <dgm:pt modelId="{F12C5E00-A2B3-45FE-AC34-79BFC9D15EC2}" type="pres">
      <dgm:prSet presAssocID="{8CAFE76E-9505-457F-ADE0-4257BF1B8124}" presName="hierChild2" presStyleCnt="0"/>
      <dgm:spPr/>
    </dgm:pt>
    <dgm:pt modelId="{130D1922-D0BD-4BAE-9BD8-E6E6DE3C17C4}" type="pres">
      <dgm:prSet presAssocID="{9A6A81DA-0401-4F81-ADE7-E2C7352F6E15}" presName="hierRoot1" presStyleCnt="0"/>
      <dgm:spPr/>
    </dgm:pt>
    <dgm:pt modelId="{073DC46C-047A-4D76-99BE-891DE5805CC9}" type="pres">
      <dgm:prSet presAssocID="{9A6A81DA-0401-4F81-ADE7-E2C7352F6E15}" presName="composite" presStyleCnt="0"/>
      <dgm:spPr/>
    </dgm:pt>
    <dgm:pt modelId="{EB02E32F-7AFC-498F-97AE-BB9C01D254F8}" type="pres">
      <dgm:prSet presAssocID="{9A6A81DA-0401-4F81-ADE7-E2C7352F6E15}" presName="background" presStyleLbl="node0" presStyleIdx="1" presStyleCnt="3"/>
      <dgm:spPr/>
    </dgm:pt>
    <dgm:pt modelId="{F86F224E-DEB2-4B58-934A-39C441476962}" type="pres">
      <dgm:prSet presAssocID="{9A6A81DA-0401-4F81-ADE7-E2C7352F6E15}" presName="text" presStyleLbl="fgAcc0" presStyleIdx="1" presStyleCnt="3">
        <dgm:presLayoutVars>
          <dgm:chPref val="3"/>
        </dgm:presLayoutVars>
      </dgm:prSet>
      <dgm:spPr/>
    </dgm:pt>
    <dgm:pt modelId="{3A424184-D2AC-4EA3-92D4-A0D5F7C5D863}" type="pres">
      <dgm:prSet presAssocID="{9A6A81DA-0401-4F81-ADE7-E2C7352F6E15}" presName="hierChild2" presStyleCnt="0"/>
      <dgm:spPr/>
    </dgm:pt>
    <dgm:pt modelId="{C44170CF-9050-406F-AF0A-BF4158081A95}" type="pres">
      <dgm:prSet presAssocID="{ADAD1D57-9FB0-43FD-9685-A2DEC192F48B}" presName="hierRoot1" presStyleCnt="0"/>
      <dgm:spPr/>
    </dgm:pt>
    <dgm:pt modelId="{9B6BE692-01B2-4F51-A57C-1CD9645B4BA2}" type="pres">
      <dgm:prSet presAssocID="{ADAD1D57-9FB0-43FD-9685-A2DEC192F48B}" presName="composite" presStyleCnt="0"/>
      <dgm:spPr/>
    </dgm:pt>
    <dgm:pt modelId="{CA738EE1-2A6F-424F-9681-3CCBC85D29A6}" type="pres">
      <dgm:prSet presAssocID="{ADAD1D57-9FB0-43FD-9685-A2DEC192F48B}" presName="background" presStyleLbl="node0" presStyleIdx="2" presStyleCnt="3"/>
      <dgm:spPr/>
    </dgm:pt>
    <dgm:pt modelId="{206E067B-F1A0-4B2A-97F2-58D7082A0B78}" type="pres">
      <dgm:prSet presAssocID="{ADAD1D57-9FB0-43FD-9685-A2DEC192F48B}" presName="text" presStyleLbl="fgAcc0" presStyleIdx="2" presStyleCnt="3">
        <dgm:presLayoutVars>
          <dgm:chPref val="3"/>
        </dgm:presLayoutVars>
      </dgm:prSet>
      <dgm:spPr/>
    </dgm:pt>
    <dgm:pt modelId="{23B2C8BB-0EF4-4E02-BC7C-F7671B5991F1}" type="pres">
      <dgm:prSet presAssocID="{ADAD1D57-9FB0-43FD-9685-A2DEC192F48B}" presName="hierChild2" presStyleCnt="0"/>
      <dgm:spPr/>
    </dgm:pt>
  </dgm:ptLst>
  <dgm:cxnLst>
    <dgm:cxn modelId="{3BD9E319-6902-4BAD-95A9-B1BF4279066A}" type="presOf" srcId="{ADAD1D57-9FB0-43FD-9685-A2DEC192F48B}" destId="{206E067B-F1A0-4B2A-97F2-58D7082A0B78}" srcOrd="0" destOrd="0" presId="urn:microsoft.com/office/officeart/2005/8/layout/hierarchy1"/>
    <dgm:cxn modelId="{82385D66-4DC2-4B40-8E66-8BD9C1934526}" type="presOf" srcId="{9A6A81DA-0401-4F81-ADE7-E2C7352F6E15}" destId="{F86F224E-DEB2-4B58-934A-39C441476962}" srcOrd="0" destOrd="0" presId="urn:microsoft.com/office/officeart/2005/8/layout/hierarchy1"/>
    <dgm:cxn modelId="{F2D4004E-0832-4094-A423-C47347C224EC}" type="presOf" srcId="{C207179B-905C-4FB0-8F36-1A14349F5A2F}" destId="{BCA95835-2885-46A3-B432-905F0A2C148F}" srcOrd="0" destOrd="0" presId="urn:microsoft.com/office/officeart/2005/8/layout/hierarchy1"/>
    <dgm:cxn modelId="{3A3910AF-1E1F-42C0-AF9B-1A71912E3DE1}" srcId="{C207179B-905C-4FB0-8F36-1A14349F5A2F}" destId="{ADAD1D57-9FB0-43FD-9685-A2DEC192F48B}" srcOrd="2" destOrd="0" parTransId="{D4716E6B-3F61-4B7B-8819-708DD05D0FB0}" sibTransId="{A4FF6AB0-D7CA-449F-8523-156D965088A4}"/>
    <dgm:cxn modelId="{0C36D1C6-54CC-4512-A5D0-84E567501A5F}" srcId="{C207179B-905C-4FB0-8F36-1A14349F5A2F}" destId="{9A6A81DA-0401-4F81-ADE7-E2C7352F6E15}" srcOrd="1" destOrd="0" parTransId="{618823F5-A047-4F41-993A-D84C4C7F066F}" sibTransId="{5BFB3999-B1CF-4611-80ED-996DDC240DDF}"/>
    <dgm:cxn modelId="{C03C36CA-6674-483A-BFA8-293DAF01E616}" type="presOf" srcId="{8CAFE76E-9505-457F-ADE0-4257BF1B8124}" destId="{0C3913E7-4E36-418B-8F37-A1912C015640}" srcOrd="0" destOrd="0" presId="urn:microsoft.com/office/officeart/2005/8/layout/hierarchy1"/>
    <dgm:cxn modelId="{AA7239D5-262E-46A1-AEF8-22098F15C8F1}" srcId="{C207179B-905C-4FB0-8F36-1A14349F5A2F}" destId="{8CAFE76E-9505-457F-ADE0-4257BF1B8124}" srcOrd="0" destOrd="0" parTransId="{0027A9D7-4D00-4B2A-B7EE-090E934BD63E}" sibTransId="{9E4DAEF1-F12C-4943-A3EF-DE70FB303617}"/>
    <dgm:cxn modelId="{B25615CB-45F1-4923-A2BF-7D9D102CCCB7}" type="presParOf" srcId="{BCA95835-2885-46A3-B432-905F0A2C148F}" destId="{4034780F-7B08-4728-A2D8-C1D542631AFC}" srcOrd="0" destOrd="0" presId="urn:microsoft.com/office/officeart/2005/8/layout/hierarchy1"/>
    <dgm:cxn modelId="{DC6EBF5A-938F-4C79-ADF7-EC14B43016E1}" type="presParOf" srcId="{4034780F-7B08-4728-A2D8-C1D542631AFC}" destId="{25017B52-38A7-4953-96B7-9BE7412672E7}" srcOrd="0" destOrd="0" presId="urn:microsoft.com/office/officeart/2005/8/layout/hierarchy1"/>
    <dgm:cxn modelId="{78D82F9D-2B76-43FB-9737-7A30DB21B63B}" type="presParOf" srcId="{25017B52-38A7-4953-96B7-9BE7412672E7}" destId="{D9E8DEC5-6ACE-41EA-A26E-96D1302D1F57}" srcOrd="0" destOrd="0" presId="urn:microsoft.com/office/officeart/2005/8/layout/hierarchy1"/>
    <dgm:cxn modelId="{4D6B5EC1-987E-47B6-8B10-37A646731732}" type="presParOf" srcId="{25017B52-38A7-4953-96B7-9BE7412672E7}" destId="{0C3913E7-4E36-418B-8F37-A1912C015640}" srcOrd="1" destOrd="0" presId="urn:microsoft.com/office/officeart/2005/8/layout/hierarchy1"/>
    <dgm:cxn modelId="{48AE3F46-28E4-4DAD-8D86-752E554070FB}" type="presParOf" srcId="{4034780F-7B08-4728-A2D8-C1D542631AFC}" destId="{F12C5E00-A2B3-45FE-AC34-79BFC9D15EC2}" srcOrd="1" destOrd="0" presId="urn:microsoft.com/office/officeart/2005/8/layout/hierarchy1"/>
    <dgm:cxn modelId="{25739B1C-974E-473A-81A8-02796AC27CAB}" type="presParOf" srcId="{BCA95835-2885-46A3-B432-905F0A2C148F}" destId="{130D1922-D0BD-4BAE-9BD8-E6E6DE3C17C4}" srcOrd="1" destOrd="0" presId="urn:microsoft.com/office/officeart/2005/8/layout/hierarchy1"/>
    <dgm:cxn modelId="{39501522-841B-4019-A06C-5EEE49F4485F}" type="presParOf" srcId="{130D1922-D0BD-4BAE-9BD8-E6E6DE3C17C4}" destId="{073DC46C-047A-4D76-99BE-891DE5805CC9}" srcOrd="0" destOrd="0" presId="urn:microsoft.com/office/officeart/2005/8/layout/hierarchy1"/>
    <dgm:cxn modelId="{AC8B45DB-0743-47F8-9668-D134C0831541}" type="presParOf" srcId="{073DC46C-047A-4D76-99BE-891DE5805CC9}" destId="{EB02E32F-7AFC-498F-97AE-BB9C01D254F8}" srcOrd="0" destOrd="0" presId="urn:microsoft.com/office/officeart/2005/8/layout/hierarchy1"/>
    <dgm:cxn modelId="{19E664D6-7314-4A28-B58D-29D62D4E3B78}" type="presParOf" srcId="{073DC46C-047A-4D76-99BE-891DE5805CC9}" destId="{F86F224E-DEB2-4B58-934A-39C441476962}" srcOrd="1" destOrd="0" presId="urn:microsoft.com/office/officeart/2005/8/layout/hierarchy1"/>
    <dgm:cxn modelId="{F6B82392-5851-48BA-AEBB-D55151F78A39}" type="presParOf" srcId="{130D1922-D0BD-4BAE-9BD8-E6E6DE3C17C4}" destId="{3A424184-D2AC-4EA3-92D4-A0D5F7C5D863}" srcOrd="1" destOrd="0" presId="urn:microsoft.com/office/officeart/2005/8/layout/hierarchy1"/>
    <dgm:cxn modelId="{CBC521B7-3F58-49CE-B55E-5080B5927A11}" type="presParOf" srcId="{BCA95835-2885-46A3-B432-905F0A2C148F}" destId="{C44170CF-9050-406F-AF0A-BF4158081A95}" srcOrd="2" destOrd="0" presId="urn:microsoft.com/office/officeart/2005/8/layout/hierarchy1"/>
    <dgm:cxn modelId="{43F5FE8D-2638-427F-9810-F94F96115B28}" type="presParOf" srcId="{C44170CF-9050-406F-AF0A-BF4158081A95}" destId="{9B6BE692-01B2-4F51-A57C-1CD9645B4BA2}" srcOrd="0" destOrd="0" presId="urn:microsoft.com/office/officeart/2005/8/layout/hierarchy1"/>
    <dgm:cxn modelId="{3653635B-C013-4216-B0D9-434C021AC54F}" type="presParOf" srcId="{9B6BE692-01B2-4F51-A57C-1CD9645B4BA2}" destId="{CA738EE1-2A6F-424F-9681-3CCBC85D29A6}" srcOrd="0" destOrd="0" presId="urn:microsoft.com/office/officeart/2005/8/layout/hierarchy1"/>
    <dgm:cxn modelId="{92CBD077-1880-43EA-B968-49F0CBE4E7AB}" type="presParOf" srcId="{9B6BE692-01B2-4F51-A57C-1CD9645B4BA2}" destId="{206E067B-F1A0-4B2A-97F2-58D7082A0B78}" srcOrd="1" destOrd="0" presId="urn:microsoft.com/office/officeart/2005/8/layout/hierarchy1"/>
    <dgm:cxn modelId="{BC7B1FB3-2328-4360-B8B2-76A31501F9BC}" type="presParOf" srcId="{C44170CF-9050-406F-AF0A-BF4158081A95}" destId="{23B2C8BB-0EF4-4E02-BC7C-F7671B5991F1}"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9E8DEC5-6ACE-41EA-A26E-96D1302D1F57}">
      <dsp:nvSpPr>
        <dsp:cNvPr id="0" name=""/>
        <dsp:cNvSpPr/>
      </dsp:nvSpPr>
      <dsp:spPr>
        <a:xfrm>
          <a:off x="0" y="1788402"/>
          <a:ext cx="3986212" cy="253124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C3913E7-4E36-418B-8F37-A1912C015640}">
      <dsp:nvSpPr>
        <dsp:cNvPr id="0" name=""/>
        <dsp:cNvSpPr/>
      </dsp:nvSpPr>
      <dsp:spPr>
        <a:xfrm>
          <a:off x="442912" y="2209168"/>
          <a:ext cx="3986212" cy="2531244"/>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2880" tIns="182880" rIns="182880" bIns="182880" numCol="1" spcCol="1270" anchor="ctr" anchorCtr="0">
          <a:noAutofit/>
        </a:bodyPr>
        <a:lstStyle/>
        <a:p>
          <a:pPr marL="0" lvl="0" indent="0" algn="ctr" defTabSz="2133600">
            <a:lnSpc>
              <a:spcPct val="90000"/>
            </a:lnSpc>
            <a:spcBef>
              <a:spcPct val="0"/>
            </a:spcBef>
            <a:spcAft>
              <a:spcPct val="35000"/>
            </a:spcAft>
            <a:buNone/>
          </a:pPr>
          <a:r>
            <a:rPr lang="en-US" sz="4800" kern="1200" dirty="0"/>
            <a:t>I am here now.</a:t>
          </a:r>
        </a:p>
      </dsp:txBody>
      <dsp:txXfrm>
        <a:off x="517050" y="2283306"/>
        <a:ext cx="3837936" cy="2382968"/>
      </dsp:txXfrm>
    </dsp:sp>
    <dsp:sp modelId="{EB02E32F-7AFC-498F-97AE-BB9C01D254F8}">
      <dsp:nvSpPr>
        <dsp:cNvPr id="0" name=""/>
        <dsp:cNvSpPr/>
      </dsp:nvSpPr>
      <dsp:spPr>
        <a:xfrm>
          <a:off x="4872037" y="1788402"/>
          <a:ext cx="3986212" cy="253124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86F224E-DEB2-4B58-934A-39C441476962}">
      <dsp:nvSpPr>
        <dsp:cNvPr id="0" name=""/>
        <dsp:cNvSpPr/>
      </dsp:nvSpPr>
      <dsp:spPr>
        <a:xfrm>
          <a:off x="5314949" y="2209168"/>
          <a:ext cx="3986212" cy="2531244"/>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2880" tIns="182880" rIns="182880" bIns="182880" numCol="1" spcCol="1270" anchor="ctr" anchorCtr="0">
          <a:noAutofit/>
        </a:bodyPr>
        <a:lstStyle/>
        <a:p>
          <a:pPr marL="0" lvl="0" indent="0" algn="ctr" defTabSz="2133600">
            <a:lnSpc>
              <a:spcPct val="90000"/>
            </a:lnSpc>
            <a:spcBef>
              <a:spcPct val="0"/>
            </a:spcBef>
            <a:spcAft>
              <a:spcPct val="35000"/>
            </a:spcAft>
            <a:buNone/>
          </a:pPr>
          <a:r>
            <a:rPr lang="en-US" sz="4800" kern="1200" dirty="0"/>
            <a:t>I want to stare at the sun.</a:t>
          </a:r>
        </a:p>
      </dsp:txBody>
      <dsp:txXfrm>
        <a:off x="5389087" y="2283306"/>
        <a:ext cx="3837936" cy="2382968"/>
      </dsp:txXfrm>
    </dsp:sp>
    <dsp:sp modelId="{CA738EE1-2A6F-424F-9681-3CCBC85D29A6}">
      <dsp:nvSpPr>
        <dsp:cNvPr id="0" name=""/>
        <dsp:cNvSpPr/>
      </dsp:nvSpPr>
      <dsp:spPr>
        <a:xfrm>
          <a:off x="9744075" y="1788402"/>
          <a:ext cx="3986212" cy="253124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06E067B-F1A0-4B2A-97F2-58D7082A0B78}">
      <dsp:nvSpPr>
        <dsp:cNvPr id="0" name=""/>
        <dsp:cNvSpPr/>
      </dsp:nvSpPr>
      <dsp:spPr>
        <a:xfrm>
          <a:off x="10186987" y="2209168"/>
          <a:ext cx="3986212" cy="2531244"/>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2880" tIns="182880" rIns="182880" bIns="182880" numCol="1" spcCol="1270" anchor="ctr" anchorCtr="0">
          <a:noAutofit/>
        </a:bodyPr>
        <a:lstStyle/>
        <a:p>
          <a:pPr marL="0" lvl="0" indent="0" algn="ctr" defTabSz="2133600">
            <a:lnSpc>
              <a:spcPct val="90000"/>
            </a:lnSpc>
            <a:spcBef>
              <a:spcPct val="0"/>
            </a:spcBef>
            <a:spcAft>
              <a:spcPct val="35000"/>
            </a:spcAft>
            <a:buNone/>
          </a:pPr>
          <a:r>
            <a:rPr lang="en-US" sz="4800" kern="1200" dirty="0"/>
            <a:t>I am blind but validated.</a:t>
          </a:r>
        </a:p>
      </dsp:txBody>
      <dsp:txXfrm>
        <a:off x="10261125" y="2283306"/>
        <a:ext cx="3837936" cy="2382968"/>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52EF98C-C3F1-EA29-7B47-8E3A0A87029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78AF560-0EC2-50D5-DE42-C7440E2430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28D1E4-4BBA-6F41-9D9B-7C498DFA1119}" type="datetimeFigureOut">
              <a:rPr lang="en-US" smtClean="0"/>
              <a:t>10/19/2025</a:t>
            </a:fld>
            <a:endParaRPr lang="en-US"/>
          </a:p>
        </p:txBody>
      </p:sp>
      <p:sp>
        <p:nvSpPr>
          <p:cNvPr id="4" name="Footer Placeholder 3">
            <a:extLst>
              <a:ext uri="{FF2B5EF4-FFF2-40B4-BE49-F238E27FC236}">
                <a16:creationId xmlns:a16="http://schemas.microsoft.com/office/drawing/2014/main" id="{29B18C8C-72F6-C0BC-D6B9-F9F0ACDBDCE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93F2DF8-0D80-D9E8-E1BF-F78D65111D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DDD2C68-F934-1540-BB6F-D78EF71B2103}" type="slidenum">
              <a:rPr lang="en-US" smtClean="0"/>
              <a:t>‹#›</a:t>
            </a:fld>
            <a:endParaRPr lang="en-US"/>
          </a:p>
        </p:txBody>
      </p:sp>
    </p:spTree>
    <p:extLst>
      <p:ext uri="{BB962C8B-B14F-4D97-AF65-F5344CB8AC3E}">
        <p14:creationId xmlns:p14="http://schemas.microsoft.com/office/powerpoint/2010/main" val="12634946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1ABE01-8AD2-744F-9651-CCC9DC857332}" type="datetimeFigureOut">
              <a:rPr lang="en-US" smtClean="0"/>
              <a:t>10/19/2025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3575CF-62AD-8041-932F-56D977C8CDA1}" type="slidenum">
              <a:rPr lang="en-US" smtClean="0"/>
              <a:t>‹#›</a:t>
            </a:fld>
            <a:endParaRPr lang="en-US"/>
          </a:p>
        </p:txBody>
      </p:sp>
    </p:spTree>
    <p:extLst>
      <p:ext uri="{BB962C8B-B14F-4D97-AF65-F5344CB8AC3E}">
        <p14:creationId xmlns:p14="http://schemas.microsoft.com/office/powerpoint/2010/main" val="38864009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1.xml"/><Relationship Id="rId5" Type="http://schemas.openxmlformats.org/officeDocument/2006/relationships/image" Target="../media/image8.png"/><Relationship Id="rId4"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9.png"/><Relationship Id="rId7" Type="http://schemas.openxmlformats.org/officeDocument/2006/relationships/image" Target="../media/image12.svg"/><Relationship Id="rId2" Type="http://schemas.openxmlformats.org/officeDocument/2006/relationships/hyperlink" Target="https://www.linkedin.com/company/open-geospatial-consortium/" TargetMode="External"/><Relationship Id="rId1" Type="http://schemas.openxmlformats.org/officeDocument/2006/relationships/slideMaster" Target="../slideMasters/slideMaster1.xml"/><Relationship Id="rId6" Type="http://schemas.openxmlformats.org/officeDocument/2006/relationships/image" Target="../media/image11.png"/><Relationship Id="rId11" Type="http://schemas.openxmlformats.org/officeDocument/2006/relationships/image" Target="../media/image15.png"/><Relationship Id="rId5" Type="http://schemas.openxmlformats.org/officeDocument/2006/relationships/hyperlink" Target="https://www.youtube.com/@opengeospatial" TargetMode="External"/><Relationship Id="rId10" Type="http://schemas.openxmlformats.org/officeDocument/2006/relationships/image" Target="../media/image14.png"/><Relationship Id="rId4" Type="http://schemas.openxmlformats.org/officeDocument/2006/relationships/image" Target="../media/image10.svg"/><Relationship Id="rId9" Type="http://schemas.openxmlformats.org/officeDocument/2006/relationships/image" Target="../media/image13.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2">
    <p:bg>
      <p:bgPr>
        <a:solidFill>
          <a:srgbClr val="1A2584"/>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31DD0F2-3B07-4CD9-C9D4-BD975901978F}"/>
              </a:ext>
            </a:extLst>
          </p:cNvPr>
          <p:cNvPicPr>
            <a:picLocks noChangeAspect="1"/>
          </p:cNvPicPr>
          <p:nvPr userDrawn="1"/>
        </p:nvPicPr>
        <p:blipFill>
          <a:blip r:embed="rId2">
            <a:extLst>
              <a:ext uri="{28A0092B-C50C-407E-A947-70E740481C1C}">
                <a14:useLocalDpi xmlns:a14="http://schemas.microsoft.com/office/drawing/2010/main"/>
              </a:ext>
            </a:extLst>
          </a:blip>
          <a:srcRect/>
          <a:stretch/>
        </p:blipFill>
        <p:spPr>
          <a:xfrm>
            <a:off x="-73024" y="0"/>
            <a:ext cx="18361023" cy="10287000"/>
          </a:xfrm>
          <a:prstGeom prst="rect">
            <a:avLst/>
          </a:prstGeom>
        </p:spPr>
      </p:pic>
      <p:sp>
        <p:nvSpPr>
          <p:cNvPr id="11" name="Rectangle 10">
            <a:extLst>
              <a:ext uri="{FF2B5EF4-FFF2-40B4-BE49-F238E27FC236}">
                <a16:creationId xmlns:a16="http://schemas.microsoft.com/office/drawing/2014/main" id="{19309EC5-8A84-9079-0A32-DD694DDB84E2}"/>
              </a:ext>
            </a:extLst>
          </p:cNvPr>
          <p:cNvSpPr/>
          <p:nvPr userDrawn="1"/>
        </p:nvSpPr>
        <p:spPr>
          <a:xfrm>
            <a:off x="762000" y="8343900"/>
            <a:ext cx="152400" cy="1219200"/>
          </a:xfrm>
          <a:prstGeom prst="rect">
            <a:avLst/>
          </a:prstGeom>
          <a:solidFill>
            <a:srgbClr val="D6E8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6">
            <a:extLst>
              <a:ext uri="{FF2B5EF4-FFF2-40B4-BE49-F238E27FC236}">
                <a16:creationId xmlns:a16="http://schemas.microsoft.com/office/drawing/2014/main" id="{70D2371B-9266-15FA-FC2A-1708C7327F22}"/>
              </a:ext>
            </a:extLst>
          </p:cNvPr>
          <p:cNvSpPr>
            <a:spLocks noGrp="1"/>
          </p:cNvSpPr>
          <p:nvPr>
            <p:ph type="body" sz="quarter" idx="11" hasCustomPrompt="1"/>
          </p:nvPr>
        </p:nvSpPr>
        <p:spPr>
          <a:xfrm>
            <a:off x="781878" y="4229100"/>
            <a:ext cx="9525000" cy="2209800"/>
          </a:xfrm>
        </p:spPr>
        <p:txBody>
          <a:bodyPr anchor="ctr">
            <a:noAutofit/>
          </a:bodyPr>
          <a:lstStyle>
            <a:lvl1pPr marL="0" indent="0">
              <a:lnSpc>
                <a:spcPts val="7340"/>
              </a:lnSpc>
              <a:buNone/>
              <a:defRPr sz="7500" b="0" i="0">
                <a:solidFill>
                  <a:schemeClr val="bg1"/>
                </a:solidFill>
                <a:latin typeface="Aptos" panose="020B0004020202020204" pitchFamily="34" charset="0"/>
              </a:defRPr>
            </a:lvl1pPr>
          </a:lstStyle>
          <a:p>
            <a:pPr lvl="0"/>
            <a:r>
              <a:rPr lang="en-GB" dirty="0"/>
              <a:t>OPEN GEOSPATIAL CONSORTIUM</a:t>
            </a:r>
            <a:endParaRPr lang="en-US" dirty="0"/>
          </a:p>
        </p:txBody>
      </p:sp>
      <p:sp>
        <p:nvSpPr>
          <p:cNvPr id="10" name="Text Placeholder 6">
            <a:extLst>
              <a:ext uri="{FF2B5EF4-FFF2-40B4-BE49-F238E27FC236}">
                <a16:creationId xmlns:a16="http://schemas.microsoft.com/office/drawing/2014/main" id="{1BD5B0C9-DE43-2451-ECE2-D1E27B88CECC}"/>
              </a:ext>
            </a:extLst>
          </p:cNvPr>
          <p:cNvSpPr>
            <a:spLocks noGrp="1"/>
          </p:cNvSpPr>
          <p:nvPr>
            <p:ph type="body" sz="quarter" idx="12" hasCustomPrompt="1"/>
          </p:nvPr>
        </p:nvSpPr>
        <p:spPr>
          <a:xfrm>
            <a:off x="781878" y="3253711"/>
            <a:ext cx="4533901" cy="955104"/>
          </a:xfrm>
        </p:spPr>
        <p:txBody>
          <a:bodyPr anchor="t">
            <a:noAutofit/>
          </a:bodyPr>
          <a:lstStyle>
            <a:lvl1pPr marL="0" indent="0">
              <a:lnSpc>
                <a:spcPts val="7340"/>
              </a:lnSpc>
              <a:buNone/>
              <a:defRPr sz="13300" b="1" i="0">
                <a:solidFill>
                  <a:schemeClr val="bg1"/>
                </a:solidFill>
                <a:latin typeface="Aptos" panose="020B0004020202020204" pitchFamily="34" charset="0"/>
              </a:defRPr>
            </a:lvl1pPr>
          </a:lstStyle>
          <a:p>
            <a:pPr lvl="0"/>
            <a:r>
              <a:rPr lang="en-GB" dirty="0"/>
              <a:t>OGC</a:t>
            </a:r>
            <a:endParaRPr lang="en-US" dirty="0"/>
          </a:p>
        </p:txBody>
      </p:sp>
      <p:sp>
        <p:nvSpPr>
          <p:cNvPr id="2" name="Title 1">
            <a:extLst>
              <a:ext uri="{FF2B5EF4-FFF2-40B4-BE49-F238E27FC236}">
                <a16:creationId xmlns:a16="http://schemas.microsoft.com/office/drawing/2014/main" id="{68D9D9D9-ACF1-FDFC-9EA3-26D0F3C2214A}"/>
              </a:ext>
            </a:extLst>
          </p:cNvPr>
          <p:cNvSpPr>
            <a:spLocks noGrp="1"/>
          </p:cNvSpPr>
          <p:nvPr>
            <p:ph type="title" hasCustomPrompt="1"/>
          </p:nvPr>
        </p:nvSpPr>
        <p:spPr>
          <a:xfrm>
            <a:off x="990600" y="8479631"/>
            <a:ext cx="5486400" cy="947738"/>
          </a:xfrm>
        </p:spPr>
        <p:txBody>
          <a:bodyPr anchor="b"/>
          <a:lstStyle>
            <a:lvl1pPr algn="l">
              <a:lnSpc>
                <a:spcPts val="3700"/>
              </a:lnSpc>
              <a:defRPr sz="2500" b="0">
                <a:solidFill>
                  <a:schemeClr val="bg1"/>
                </a:solidFill>
              </a:defRPr>
            </a:lvl1pPr>
          </a:lstStyle>
          <a:p>
            <a:r>
              <a:rPr lang="en-US" dirty="0"/>
              <a:t>NAME OF PERSON</a:t>
            </a:r>
            <a:br>
              <a:rPr lang="en-US" dirty="0"/>
            </a:br>
            <a:r>
              <a:rPr lang="en-US" dirty="0"/>
              <a:t>YYYY/MM/DD</a:t>
            </a:r>
          </a:p>
        </p:txBody>
      </p:sp>
      <p:pic>
        <p:nvPicPr>
          <p:cNvPr id="3" name="Graphic 2">
            <a:extLst>
              <a:ext uri="{FF2B5EF4-FFF2-40B4-BE49-F238E27FC236}">
                <a16:creationId xmlns:a16="http://schemas.microsoft.com/office/drawing/2014/main" id="{ED6684FE-59EA-B16B-2A79-6A7F5F5A7ACE}"/>
              </a:ext>
            </a:extLst>
          </p:cNvPr>
          <p:cNvPicPr>
            <a:picLocks noChangeAspect="1"/>
          </p:cNvPicPr>
          <p:nvPr userDrawn="1"/>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26328" y="547189"/>
            <a:ext cx="1154872" cy="1154872"/>
          </a:xfrm>
          <a:prstGeom prst="rect">
            <a:avLst/>
          </a:prstGeom>
        </p:spPr>
      </p:pic>
    </p:spTree>
    <p:extLst>
      <p:ext uri="{BB962C8B-B14F-4D97-AF65-F5344CB8AC3E}">
        <p14:creationId xmlns:p14="http://schemas.microsoft.com/office/powerpoint/2010/main" val="1945417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Bullets">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E4324800-CFC8-4CF1-B297-52EC07618FBA}"/>
              </a:ext>
            </a:extLst>
          </p:cNvPr>
          <p:cNvPicPr>
            <a:picLocks noChangeAspect="1"/>
          </p:cNvPicPr>
          <p:nvPr userDrawn="1"/>
        </p:nvPicPr>
        <p:blipFill>
          <a:blip r:embed="rId2"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7436436" y="9473536"/>
            <a:ext cx="622964" cy="622964"/>
          </a:xfrm>
          <a:prstGeom prst="rect">
            <a:avLst/>
          </a:prstGeom>
        </p:spPr>
      </p:pic>
      <p:sp>
        <p:nvSpPr>
          <p:cNvPr id="2" name="Text Placeholder 2">
            <a:extLst>
              <a:ext uri="{FF2B5EF4-FFF2-40B4-BE49-F238E27FC236}">
                <a16:creationId xmlns:a16="http://schemas.microsoft.com/office/drawing/2014/main" id="{50E63C18-4494-429D-C7BD-8F1E6789EF1E}"/>
              </a:ext>
            </a:extLst>
          </p:cNvPr>
          <p:cNvSpPr>
            <a:spLocks noGrp="1"/>
          </p:cNvSpPr>
          <p:nvPr>
            <p:ph type="body" idx="16"/>
          </p:nvPr>
        </p:nvSpPr>
        <p:spPr>
          <a:xfrm>
            <a:off x="838200" y="2322444"/>
            <a:ext cx="16598236" cy="6853503"/>
          </a:xfrm>
        </p:spPr>
        <p:txBody>
          <a:bodyPr anchor="t">
            <a:noAutofit/>
          </a:bodyPr>
          <a:lstStyle>
            <a:lvl1pPr marL="342900" indent="-342900">
              <a:buFont typeface="Arial" panose="020B0604020202020204" pitchFamily="34" charset="0"/>
              <a:buChar char="•"/>
              <a:defRPr sz="3000" b="0" i="0">
                <a:solidFill>
                  <a:schemeClr val="tx1"/>
                </a:solidFill>
                <a:latin typeface="Aptos" panose="020B0004020202020204" pitchFamily="34" charset="0"/>
              </a:defRPr>
            </a:lvl1pPr>
            <a:lvl2pPr marL="742950" indent="-285750">
              <a:buFont typeface="Arial" panose="020B0604020202020204" pitchFamily="34" charset="0"/>
              <a:buChar char="•"/>
              <a:defRPr sz="2800">
                <a:solidFill>
                  <a:schemeClr val="tx1"/>
                </a:solidFill>
              </a:defRPr>
            </a:lvl2pPr>
            <a:lvl3pPr marL="1200150" indent="-285750">
              <a:buFont typeface="Arial" panose="020B0604020202020204" pitchFamily="34" charset="0"/>
              <a:buChar char="•"/>
              <a:defRPr sz="2800">
                <a:solidFill>
                  <a:schemeClr val="tx1"/>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endParaRPr lang="en-US" dirty="0"/>
          </a:p>
        </p:txBody>
      </p:sp>
      <p:sp>
        <p:nvSpPr>
          <p:cNvPr id="4" name="Title 1">
            <a:extLst>
              <a:ext uri="{FF2B5EF4-FFF2-40B4-BE49-F238E27FC236}">
                <a16:creationId xmlns:a16="http://schemas.microsoft.com/office/drawing/2014/main" id="{CC4D061A-9182-0E47-58BB-1394889710DD}"/>
              </a:ext>
            </a:extLst>
          </p:cNvPr>
          <p:cNvSpPr>
            <a:spLocks noGrp="1"/>
          </p:cNvSpPr>
          <p:nvPr>
            <p:ph type="title"/>
          </p:nvPr>
        </p:nvSpPr>
        <p:spPr>
          <a:xfrm>
            <a:off x="863080" y="555036"/>
            <a:ext cx="16573356" cy="916056"/>
          </a:xfrm>
        </p:spPr>
        <p:txBody>
          <a:bodyPr anchor="ctr"/>
          <a:lstStyle>
            <a:lvl1pPr>
              <a:lnSpc>
                <a:spcPts val="4100"/>
              </a:lnSpc>
              <a:defRPr sz="4200">
                <a:solidFill>
                  <a:srgbClr val="263BD3"/>
                </a:solidFill>
              </a:defRPr>
            </a:lvl1pPr>
          </a:lstStyle>
          <a:p>
            <a:endParaRPr lang="en-US" dirty="0"/>
          </a:p>
        </p:txBody>
      </p:sp>
      <p:sp>
        <p:nvSpPr>
          <p:cNvPr id="6" name="Rectangle 5">
            <a:extLst>
              <a:ext uri="{FF2B5EF4-FFF2-40B4-BE49-F238E27FC236}">
                <a16:creationId xmlns:a16="http://schemas.microsoft.com/office/drawing/2014/main" id="{BDB5ECD6-ECF9-90A5-110C-BF2E6CC263AA}"/>
              </a:ext>
            </a:extLst>
          </p:cNvPr>
          <p:cNvSpPr/>
          <p:nvPr userDrawn="1"/>
        </p:nvSpPr>
        <p:spPr>
          <a:xfrm rot="16200000">
            <a:off x="-178533" y="572374"/>
            <a:ext cx="1149261" cy="792193"/>
          </a:xfrm>
          <a:prstGeom prst="rect">
            <a:avLst/>
          </a:prstGeom>
          <a:solidFill>
            <a:srgbClr val="CAD3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hape&#10;&#10;Description automatically generated with medium confidence">
            <a:extLst>
              <a:ext uri="{FF2B5EF4-FFF2-40B4-BE49-F238E27FC236}">
                <a16:creationId xmlns:a16="http://schemas.microsoft.com/office/drawing/2014/main" id="{C1AF7A7B-5F01-B0D5-6D4A-6D583D50D30A}"/>
              </a:ext>
            </a:extLst>
          </p:cNvPr>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4578272" y="9334997"/>
            <a:ext cx="2858164" cy="7939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2794653"/>
      </p:ext>
    </p:extLst>
  </p:cSld>
  <p:clrMapOvr>
    <a:masterClrMapping/>
  </p:clrMapOvr>
  <p:extLst>
    <p:ext uri="{DCECCB84-F9BA-43D5-87BE-67443E8EF086}">
      <p15:sldGuideLst xmlns:p15="http://schemas.microsoft.com/office/powerpoint/2012/main">
        <p15:guide id="1" orient="horz" pos="3240" userDrawn="1">
          <p15:clr>
            <a:srgbClr val="FBAE40"/>
          </p15:clr>
        </p15:guide>
        <p15:guide id="2" pos="576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Slide 1">
    <p:bg>
      <p:bgRef idx="1002">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075991E-3D80-1093-0B9E-40DD452E6206}"/>
              </a:ext>
            </a:extLst>
          </p:cNvPr>
          <p:cNvSpPr/>
          <p:nvPr userDrawn="1"/>
        </p:nvSpPr>
        <p:spPr>
          <a:xfrm>
            <a:off x="0" y="-30843"/>
            <a:ext cx="18288000" cy="10286999"/>
          </a:xfrm>
          <a:prstGeom prst="rect">
            <a:avLst/>
          </a:prstGeom>
          <a:gradFill flip="none" rotWithShape="1">
            <a:gsLst>
              <a:gs pos="8000">
                <a:srgbClr val="263BD3"/>
              </a:gs>
              <a:gs pos="80000">
                <a:srgbClr val="1A2584"/>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4B08F70-9A8A-1BA7-803F-99BBD0A32D84}"/>
              </a:ext>
            </a:extLst>
          </p:cNvPr>
          <p:cNvSpPr>
            <a:spLocks noGrp="1"/>
          </p:cNvSpPr>
          <p:nvPr>
            <p:ph type="title" hasCustomPrompt="1"/>
          </p:nvPr>
        </p:nvSpPr>
        <p:spPr>
          <a:xfrm>
            <a:off x="705169" y="5981700"/>
            <a:ext cx="10867292" cy="3301612"/>
          </a:xfrm>
        </p:spPr>
        <p:txBody>
          <a:bodyPr anchor="t"/>
          <a:lstStyle>
            <a:lvl1pPr algn="l">
              <a:lnSpc>
                <a:spcPts val="8420"/>
              </a:lnSpc>
              <a:defRPr sz="9800" b="0" i="0" cap="none">
                <a:solidFill>
                  <a:srgbClr val="FFFFFF"/>
                </a:solidFill>
                <a:latin typeface="Aptos" panose="020B0004020202020204" pitchFamily="34" charset="0"/>
              </a:defRPr>
            </a:lvl1pPr>
          </a:lstStyle>
          <a:p>
            <a:r>
              <a:rPr lang="en-US" dirty="0"/>
              <a:t>Main Subject Headline Click To Add Content</a:t>
            </a:r>
          </a:p>
        </p:txBody>
      </p:sp>
      <p:pic>
        <p:nvPicPr>
          <p:cNvPr id="9" name="Picture 8" descr="A green globe with blue and yellow lines&#10;&#10;Description automatically generated">
            <a:extLst>
              <a:ext uri="{FF2B5EF4-FFF2-40B4-BE49-F238E27FC236}">
                <a16:creationId xmlns:a16="http://schemas.microsoft.com/office/drawing/2014/main" id="{3ACEB540-D319-D15F-94E4-6EB8FA97CA5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713672" y="3225248"/>
            <a:ext cx="11601450" cy="7061752"/>
          </a:xfrm>
          <a:prstGeom prst="rect">
            <a:avLst/>
          </a:prstGeom>
        </p:spPr>
      </p:pic>
      <p:pic>
        <p:nvPicPr>
          <p:cNvPr id="2" name="Graphic 1">
            <a:extLst>
              <a:ext uri="{FF2B5EF4-FFF2-40B4-BE49-F238E27FC236}">
                <a16:creationId xmlns:a16="http://schemas.microsoft.com/office/drawing/2014/main" id="{3DC18C82-B48C-86A4-AE95-988D03A9D1BF}"/>
              </a:ext>
            </a:extLst>
          </p:cNvPr>
          <p:cNvPicPr>
            <a:picLocks noChangeAspect="1"/>
          </p:cNvPicPr>
          <p:nvPr userDrawn="1"/>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6743736" y="482666"/>
            <a:ext cx="1010864" cy="1010864"/>
          </a:xfrm>
          <a:prstGeom prst="rect">
            <a:avLst/>
          </a:prstGeom>
        </p:spPr>
      </p:pic>
      <p:pic>
        <p:nvPicPr>
          <p:cNvPr id="4" name="Picture 3" descr="A logo for a company&#10;&#10;AI-generated content may be incorrect.">
            <a:extLst>
              <a:ext uri="{FF2B5EF4-FFF2-40B4-BE49-F238E27FC236}">
                <a16:creationId xmlns:a16="http://schemas.microsoft.com/office/drawing/2014/main" id="{65EDFFFD-3062-C0CA-A962-E1493002FC82}"/>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4787653" y="548024"/>
            <a:ext cx="1519147" cy="1367232"/>
          </a:xfrm>
          <a:prstGeom prst="rect">
            <a:avLst/>
          </a:prstGeom>
        </p:spPr>
      </p:pic>
    </p:spTree>
    <p:extLst>
      <p:ext uri="{BB962C8B-B14F-4D97-AF65-F5344CB8AC3E}">
        <p14:creationId xmlns:p14="http://schemas.microsoft.com/office/powerpoint/2010/main" val="800220945"/>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act Us">
    <p:bg>
      <p:bgPr>
        <a:solidFill>
          <a:srgbClr val="E1F0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CA0BC1B-E121-22F6-EA4F-315A21DADD34}"/>
              </a:ext>
            </a:extLst>
          </p:cNvPr>
          <p:cNvSpPr/>
          <p:nvPr userDrawn="1"/>
        </p:nvSpPr>
        <p:spPr>
          <a:xfrm>
            <a:off x="0" y="-4313"/>
            <a:ext cx="18266434" cy="10286999"/>
          </a:xfrm>
          <a:prstGeom prst="rect">
            <a:avLst/>
          </a:prstGeom>
          <a:gradFill>
            <a:gsLst>
              <a:gs pos="24000">
                <a:schemeClr val="bg1"/>
              </a:gs>
              <a:gs pos="100000">
                <a:srgbClr val="A3C3FF"/>
              </a:gs>
              <a:gs pos="77000">
                <a:srgbClr val="D3E4FF"/>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GB"/>
              <a:t>OPEN GEOSPATIAL CONSORTIUM</a:t>
            </a:r>
            <a:endParaRPr lang="en-US" dirty="0"/>
          </a:p>
        </p:txBody>
      </p:sp>
      <p:sp>
        <p:nvSpPr>
          <p:cNvPr id="3" name="Rectangle 2">
            <a:extLst>
              <a:ext uri="{FF2B5EF4-FFF2-40B4-BE49-F238E27FC236}">
                <a16:creationId xmlns:a16="http://schemas.microsoft.com/office/drawing/2014/main" id="{7EF978E1-8A8E-5738-7509-37BA651F49E3}"/>
              </a:ext>
            </a:extLst>
          </p:cNvPr>
          <p:cNvSpPr/>
          <p:nvPr userDrawn="1"/>
        </p:nvSpPr>
        <p:spPr>
          <a:xfrm>
            <a:off x="17527150" y="8420100"/>
            <a:ext cx="739284" cy="1862584"/>
          </a:xfrm>
          <a:prstGeom prst="rect">
            <a:avLst/>
          </a:prstGeom>
          <a:solidFill>
            <a:srgbClr val="CAD3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ECBAD72-8B13-ACB0-75FF-44382C60299A}"/>
              </a:ext>
            </a:extLst>
          </p:cNvPr>
          <p:cNvSpPr/>
          <p:nvPr userDrawn="1"/>
        </p:nvSpPr>
        <p:spPr>
          <a:xfrm>
            <a:off x="21566" y="8420100"/>
            <a:ext cx="9122434" cy="1921892"/>
          </a:xfrm>
          <a:prstGeom prst="rect">
            <a:avLst/>
          </a:prstGeom>
          <a:solidFill>
            <a:srgbClr val="263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3">
            <a:extLst>
              <a:ext uri="{FF2B5EF4-FFF2-40B4-BE49-F238E27FC236}">
                <a16:creationId xmlns:a16="http://schemas.microsoft.com/office/drawing/2014/main" id="{F7C539DE-7351-F083-BA2A-B4218EFAE00D}"/>
              </a:ext>
            </a:extLst>
          </p:cNvPr>
          <p:cNvSpPr>
            <a:spLocks noGrp="1"/>
          </p:cNvSpPr>
          <p:nvPr>
            <p:ph type="body" sz="half" idx="2" hasCustomPrompt="1"/>
          </p:nvPr>
        </p:nvSpPr>
        <p:spPr>
          <a:xfrm>
            <a:off x="10348594" y="9076976"/>
            <a:ext cx="6186805" cy="548831"/>
          </a:xfrm>
        </p:spPr>
        <p:txBody>
          <a:bodyPr>
            <a:noAutofit/>
          </a:bodyPr>
          <a:lstStyle>
            <a:lvl1pPr marL="0" indent="0">
              <a:buNone/>
              <a:defRPr sz="2800" b="1" i="0">
                <a:solidFill>
                  <a:schemeClr val="accent1">
                    <a:lumMod val="50000"/>
                  </a:schemeClr>
                </a:solidFill>
                <a:latin typeface="Aptos" panose="020B0004020202020204" pitchFamily="34"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https://metaverse-standards.org/</a:t>
            </a:r>
          </a:p>
        </p:txBody>
      </p:sp>
      <p:sp>
        <p:nvSpPr>
          <p:cNvPr id="6" name="Title 1">
            <a:extLst>
              <a:ext uri="{FF2B5EF4-FFF2-40B4-BE49-F238E27FC236}">
                <a16:creationId xmlns:a16="http://schemas.microsoft.com/office/drawing/2014/main" id="{E34B6E06-9D16-BF9D-CD4A-43497B2A63E1}"/>
              </a:ext>
            </a:extLst>
          </p:cNvPr>
          <p:cNvSpPr>
            <a:spLocks noGrp="1"/>
          </p:cNvSpPr>
          <p:nvPr>
            <p:ph type="title" hasCustomPrompt="1"/>
          </p:nvPr>
        </p:nvSpPr>
        <p:spPr>
          <a:xfrm>
            <a:off x="658314" y="3486090"/>
            <a:ext cx="7634039" cy="2495610"/>
          </a:xfrm>
        </p:spPr>
        <p:txBody>
          <a:bodyPr anchor="t"/>
          <a:lstStyle>
            <a:lvl1pPr algn="l">
              <a:lnSpc>
                <a:spcPts val="9900"/>
              </a:lnSpc>
              <a:defRPr sz="12300" b="0" i="0" cap="none">
                <a:solidFill>
                  <a:schemeClr val="accent1">
                    <a:lumMod val="75000"/>
                  </a:schemeClr>
                </a:solidFill>
                <a:latin typeface="Aptos Display" panose="020B0004020202020204" pitchFamily="34" charset="0"/>
              </a:defRPr>
            </a:lvl1pPr>
          </a:lstStyle>
          <a:p>
            <a:r>
              <a:rPr lang="en-US" dirty="0"/>
              <a:t>THANK</a:t>
            </a:r>
            <a:br>
              <a:rPr lang="en-US" dirty="0"/>
            </a:br>
            <a:r>
              <a:rPr lang="en-US" dirty="0"/>
              <a:t>YOU</a:t>
            </a:r>
          </a:p>
        </p:txBody>
      </p:sp>
      <p:pic>
        <p:nvPicPr>
          <p:cNvPr id="23" name="Graphic 22">
            <a:hlinkClick r:id="rId2"/>
            <a:extLst>
              <a:ext uri="{FF2B5EF4-FFF2-40B4-BE49-F238E27FC236}">
                <a16:creationId xmlns:a16="http://schemas.microsoft.com/office/drawing/2014/main" id="{5E80DEB9-7302-517D-D762-3B89B5331F45}"/>
              </a:ext>
            </a:extLst>
          </p:cNvPr>
          <p:cNvPicPr>
            <a:picLocks noChangeAspect="1"/>
          </p:cNvPicPr>
          <p:nvPr userDrawn="1"/>
        </p:nvPicPr>
        <p:blipFill>
          <a:blip r:embed="rId3" cstate="email">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463553" y="9115879"/>
            <a:ext cx="444357" cy="434969"/>
          </a:xfrm>
          <a:prstGeom prst="rect">
            <a:avLst/>
          </a:prstGeom>
        </p:spPr>
      </p:pic>
      <p:pic>
        <p:nvPicPr>
          <p:cNvPr id="25" name="Graphic 24">
            <a:hlinkClick r:id="rId5"/>
            <a:extLst>
              <a:ext uri="{FF2B5EF4-FFF2-40B4-BE49-F238E27FC236}">
                <a16:creationId xmlns:a16="http://schemas.microsoft.com/office/drawing/2014/main" id="{A4425F64-9AB7-B578-8507-9BE7A01DC9D0}"/>
              </a:ext>
            </a:extLst>
          </p:cNvPr>
          <p:cNvPicPr>
            <a:picLocks noChangeAspect="1"/>
          </p:cNvPicPr>
          <p:nvPr userDrawn="1"/>
        </p:nvPicPr>
        <p:blipFill>
          <a:blip r:embed="rId6" cstate="email">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7682188" y="9132679"/>
            <a:ext cx="610165" cy="434969"/>
          </a:xfrm>
          <a:prstGeom prst="rect">
            <a:avLst/>
          </a:prstGeom>
        </p:spPr>
      </p:pic>
      <p:cxnSp>
        <p:nvCxnSpPr>
          <p:cNvPr id="27" name="Straight Connector 26">
            <a:extLst>
              <a:ext uri="{FF2B5EF4-FFF2-40B4-BE49-F238E27FC236}">
                <a16:creationId xmlns:a16="http://schemas.microsoft.com/office/drawing/2014/main" id="{AC3AF3DD-E3F8-963A-7CE5-12FE73E6470F}"/>
              </a:ext>
            </a:extLst>
          </p:cNvPr>
          <p:cNvCxnSpPr/>
          <p:nvPr userDrawn="1"/>
        </p:nvCxnSpPr>
        <p:spPr>
          <a:xfrm>
            <a:off x="7288658" y="9041162"/>
            <a:ext cx="0" cy="623548"/>
          </a:xfrm>
          <a:prstGeom prst="line">
            <a:avLst/>
          </a:prstGeom>
          <a:ln w="19050">
            <a:solidFill>
              <a:srgbClr val="7FAEFF"/>
            </a:solidFill>
          </a:ln>
        </p:spPr>
        <p:style>
          <a:lnRef idx="1">
            <a:schemeClr val="accent1"/>
          </a:lnRef>
          <a:fillRef idx="0">
            <a:schemeClr val="accent1"/>
          </a:fillRef>
          <a:effectRef idx="0">
            <a:schemeClr val="accent1"/>
          </a:effectRef>
          <a:fontRef idx="minor">
            <a:schemeClr val="tx1"/>
          </a:fontRef>
        </p:style>
      </p:cxnSp>
      <p:pic>
        <p:nvPicPr>
          <p:cNvPr id="2" name="Graphic 1">
            <a:extLst>
              <a:ext uri="{FF2B5EF4-FFF2-40B4-BE49-F238E27FC236}">
                <a16:creationId xmlns:a16="http://schemas.microsoft.com/office/drawing/2014/main" id="{B234AFB3-C66F-E10A-4295-C25CBF9E1409}"/>
              </a:ext>
            </a:extLst>
          </p:cNvPr>
          <p:cNvPicPr>
            <a:picLocks noChangeAspect="1"/>
          </p:cNvPicPr>
          <p:nvPr userDrawn="1"/>
        </p:nvPicPr>
        <p:blipFill>
          <a:blip r:embed="rId8">
            <a:extLst>
              <a:ext uri="{28A0092B-C50C-407E-A947-70E740481C1C}">
                <a14:useLocalDpi xmlns:a14="http://schemas.microsoft.com/office/drawing/2010/main"/>
              </a:ext>
              <a:ext uri="{96DAC541-7B7A-43D3-8B79-37D633B846F1}">
                <asvg:svgBlip xmlns:asvg="http://schemas.microsoft.com/office/drawing/2016/SVG/main" r:embed="rId9"/>
              </a:ext>
            </a:extLst>
          </a:blip>
          <a:stretch>
            <a:fillRect/>
          </a:stretch>
        </p:blipFill>
        <p:spPr>
          <a:xfrm>
            <a:off x="745447" y="591482"/>
            <a:ext cx="1154872" cy="1154872"/>
          </a:xfrm>
          <a:prstGeom prst="rect">
            <a:avLst/>
          </a:prstGeom>
        </p:spPr>
      </p:pic>
      <p:sp>
        <p:nvSpPr>
          <p:cNvPr id="15" name="Picture Placeholder 14">
            <a:extLst>
              <a:ext uri="{FF2B5EF4-FFF2-40B4-BE49-F238E27FC236}">
                <a16:creationId xmlns:a16="http://schemas.microsoft.com/office/drawing/2014/main" id="{02987B79-8C56-226E-FF8F-C1A6BFA690F1}"/>
              </a:ext>
            </a:extLst>
          </p:cNvPr>
          <p:cNvSpPr>
            <a:spLocks noGrp="1"/>
          </p:cNvSpPr>
          <p:nvPr>
            <p:ph type="pic" sz="quarter" idx="10"/>
          </p:nvPr>
        </p:nvSpPr>
        <p:spPr>
          <a:xfrm>
            <a:off x="9144000" y="4763"/>
            <a:ext cx="8383588" cy="8415337"/>
          </a:xfrm>
          <a:solidFill>
            <a:schemeClr val="accent2">
              <a:lumMod val="50000"/>
            </a:schemeClr>
          </a:solidFill>
        </p:spPr>
        <p:txBody>
          <a:bodyPr/>
          <a:lstStyle/>
          <a:p>
            <a:r>
              <a:rPr lang="en-US"/>
              <a:t>Click icon to add picture</a:t>
            </a:r>
          </a:p>
        </p:txBody>
      </p:sp>
      <p:pic>
        <p:nvPicPr>
          <p:cNvPr id="4" name="Picture 3">
            <a:extLst>
              <a:ext uri="{FF2B5EF4-FFF2-40B4-BE49-F238E27FC236}">
                <a16:creationId xmlns:a16="http://schemas.microsoft.com/office/drawing/2014/main" id="{BF07DECD-7DA5-F57F-96E0-B3EF39640E98}"/>
              </a:ext>
            </a:extLst>
          </p:cNvPr>
          <p:cNvPicPr>
            <a:picLocks noChangeAspect="1"/>
          </p:cNvPicPr>
          <p:nvPr userDrawn="1"/>
        </p:nvPicPr>
        <p:blipFill>
          <a:blip r:embed="rId10"/>
          <a:stretch>
            <a:fillRect/>
          </a:stretch>
        </p:blipFill>
        <p:spPr>
          <a:xfrm>
            <a:off x="9829800" y="678437"/>
            <a:ext cx="4038600" cy="1121834"/>
          </a:xfrm>
          <a:prstGeom prst="rect">
            <a:avLst/>
          </a:prstGeom>
        </p:spPr>
      </p:pic>
      <p:sp>
        <p:nvSpPr>
          <p:cNvPr id="9" name="Text Placeholder 3">
            <a:extLst>
              <a:ext uri="{FF2B5EF4-FFF2-40B4-BE49-F238E27FC236}">
                <a16:creationId xmlns:a16="http://schemas.microsoft.com/office/drawing/2014/main" id="{47F433F3-91BD-D60C-6FFB-09D905AA1BC1}"/>
              </a:ext>
            </a:extLst>
          </p:cNvPr>
          <p:cNvSpPr>
            <a:spLocks noGrp="1"/>
          </p:cNvSpPr>
          <p:nvPr>
            <p:ph type="body" sz="half" idx="11" hasCustomPrompt="1"/>
          </p:nvPr>
        </p:nvSpPr>
        <p:spPr>
          <a:xfrm>
            <a:off x="897847" y="9258300"/>
            <a:ext cx="2593108" cy="548831"/>
          </a:xfrm>
        </p:spPr>
        <p:txBody>
          <a:bodyPr>
            <a:noAutofit/>
          </a:bodyPr>
          <a:lstStyle>
            <a:lvl1pPr marL="0" indent="0">
              <a:buNone/>
              <a:defRPr sz="2800" b="1" i="0">
                <a:solidFill>
                  <a:schemeClr val="bg1"/>
                </a:solidFill>
                <a:latin typeface="Aptos" panose="020B0004020202020204" pitchFamily="34"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err="1"/>
              <a:t>www.ogc.org</a:t>
            </a:r>
            <a:endParaRPr lang="en-US" dirty="0"/>
          </a:p>
        </p:txBody>
      </p:sp>
      <p:pic>
        <p:nvPicPr>
          <p:cNvPr id="16" name="Picture 15">
            <a:extLst>
              <a:ext uri="{FF2B5EF4-FFF2-40B4-BE49-F238E27FC236}">
                <a16:creationId xmlns:a16="http://schemas.microsoft.com/office/drawing/2014/main" id="{1C648EDB-28A7-2D05-7914-33FACC8D6A32}"/>
              </a:ext>
            </a:extLst>
          </p:cNvPr>
          <p:cNvPicPr>
            <a:picLocks noChangeAspect="1"/>
          </p:cNvPicPr>
          <p:nvPr userDrawn="1"/>
        </p:nvPicPr>
        <p:blipFill>
          <a:blip r:embed="rId11"/>
          <a:stretch>
            <a:fillRect/>
          </a:stretch>
        </p:blipFill>
        <p:spPr>
          <a:xfrm>
            <a:off x="1889433" y="591482"/>
            <a:ext cx="4118013" cy="1203803"/>
          </a:xfrm>
          <a:prstGeom prst="rect">
            <a:avLst/>
          </a:prstGeom>
          <a:effectLst>
            <a:outerShdw blurRad="50800" dist="50800" dir="5400000" algn="ctr" rotWithShape="0">
              <a:schemeClr val="tx1">
                <a:lumMod val="65000"/>
                <a:lumOff val="35000"/>
              </a:schemeClr>
            </a:outerShdw>
          </a:effectLst>
        </p:spPr>
      </p:pic>
    </p:spTree>
    <p:extLst>
      <p:ext uri="{BB962C8B-B14F-4D97-AF65-F5344CB8AC3E}">
        <p14:creationId xmlns:p14="http://schemas.microsoft.com/office/powerpoint/2010/main" val="146983089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14173200" cy="1143000"/>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b="0" i="0">
                <a:solidFill>
                  <a:schemeClr val="tx1">
                    <a:tint val="75000"/>
                  </a:schemeClr>
                </a:solidFill>
                <a:latin typeface="Aptos" panose="020B0004020202020204" pitchFamily="34" charset="0"/>
              </a:defRPr>
            </a:lvl1pPr>
          </a:lstStyle>
          <a:p>
            <a:fld id="{1D8BD707-D9CF-40AE-B4C6-C98DA3205C09}" type="datetimeFigureOut">
              <a:rPr lang="en-US" smtClean="0"/>
              <a:pPr/>
              <a:t>10/19/2025</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b="0" i="0">
                <a:solidFill>
                  <a:schemeClr val="tx1">
                    <a:tint val="75000"/>
                  </a:schemeClr>
                </a:solidFill>
                <a:latin typeface="Aptos" panose="020B0004020202020204" pitchFamily="34" charset="0"/>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b="0" i="0">
                <a:solidFill>
                  <a:schemeClr val="tx1">
                    <a:tint val="75000"/>
                  </a:schemeClr>
                </a:solidFill>
                <a:latin typeface="Aptos" panose="020B0004020202020204" pitchFamily="34" charset="0"/>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63" r:id="rId1"/>
    <p:sldLayoutId id="2147483700" r:id="rId2"/>
    <p:sldLayoutId id="2147483667" r:id="rId3"/>
    <p:sldLayoutId id="2147483671" r:id="rId4"/>
  </p:sldLayoutIdLst>
  <p:txStyles>
    <p:titleStyle>
      <a:lvl1pPr algn="l" defTabSz="914400" rtl="0" eaLnBrk="1" latinLnBrk="0" hangingPunct="1">
        <a:lnSpc>
          <a:spcPts val="14620"/>
        </a:lnSpc>
        <a:spcBef>
          <a:spcPct val="0"/>
        </a:spcBef>
        <a:buNone/>
        <a:defRPr sz="6600" b="0" i="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spcBef>
          <a:spcPct val="20000"/>
        </a:spcBef>
        <a:buFont typeface="Arial" pitchFamily="34" charset="0"/>
        <a:buChar char="•"/>
        <a:defRPr sz="3200" b="0" i="0" kern="1200">
          <a:solidFill>
            <a:schemeClr val="tx1"/>
          </a:solidFill>
          <a:latin typeface="Aptos" panose="020B0004020202020204" pitchFamily="34" charset="0"/>
          <a:ea typeface="Noto Sans Medium" panose="020B0502040504020204" pitchFamily="34" charset="0"/>
          <a:cs typeface="Noto Sans Medium" panose="020B0502040504020204" pitchFamily="34" charset="0"/>
        </a:defRPr>
      </a:lvl1pPr>
      <a:lvl2pPr marL="914400" indent="-457200" algn="l" defTabSz="914400" rtl="0" eaLnBrk="1" latinLnBrk="0" hangingPunct="1">
        <a:spcBef>
          <a:spcPct val="20000"/>
        </a:spcBef>
        <a:buFont typeface="Arial" panose="020B0604020202020204" pitchFamily="34" charset="0"/>
        <a:buChar char="•"/>
        <a:defRPr sz="2800" b="0" i="0" kern="1200">
          <a:solidFill>
            <a:schemeClr val="tx1"/>
          </a:solidFill>
          <a:latin typeface="Aptos" panose="020B0004020202020204" pitchFamily="34" charset="0"/>
          <a:ea typeface="Noto Sans Medium" panose="020B0502040504020204" pitchFamily="34" charset="0"/>
          <a:cs typeface="Noto Sans Medium" panose="020B0502040504020204" pitchFamily="34" charset="0"/>
        </a:defRPr>
      </a:lvl2pPr>
      <a:lvl3pPr marL="1257300" indent="-342900" algn="l" defTabSz="914400" rtl="0" eaLnBrk="1" latinLnBrk="0" hangingPunct="1">
        <a:spcBef>
          <a:spcPct val="20000"/>
        </a:spcBef>
        <a:buFont typeface="Arial" panose="020B0604020202020204" pitchFamily="34" charset="0"/>
        <a:buChar char="•"/>
        <a:defRPr sz="2400" b="0" i="0" kern="1200">
          <a:solidFill>
            <a:schemeClr val="tx1"/>
          </a:solidFill>
          <a:latin typeface="Aptos" panose="020B0004020202020204" pitchFamily="34" charset="0"/>
          <a:ea typeface="Noto Sans Medium" panose="020B0502040504020204" pitchFamily="34" charset="0"/>
          <a:cs typeface="Noto Sans Medium" panose="020B0502040504020204" pitchFamily="34" charset="0"/>
        </a:defRPr>
      </a:lvl3pPr>
      <a:lvl4pPr marL="1714500" indent="-342900" algn="l" defTabSz="914400" rtl="0" eaLnBrk="1" latinLnBrk="0" hangingPunct="1">
        <a:spcBef>
          <a:spcPct val="20000"/>
        </a:spcBef>
        <a:buFont typeface="Arial" panose="020B0604020202020204" pitchFamily="34" charset="0"/>
        <a:buChar char="•"/>
        <a:defRPr sz="2000" b="0" i="0" kern="1200">
          <a:solidFill>
            <a:schemeClr val="tx1"/>
          </a:solidFill>
          <a:latin typeface="Aptos" panose="020B0004020202020204" pitchFamily="34" charset="0"/>
          <a:ea typeface="Noto Sans Medium" panose="020B0502040504020204" pitchFamily="34" charset="0"/>
          <a:cs typeface="Noto Sans Medium" panose="020B0502040504020204" pitchFamily="34" charset="0"/>
        </a:defRPr>
      </a:lvl4pPr>
      <a:lvl5pPr marL="2171700" indent="-342900" algn="l" defTabSz="914400" rtl="0" eaLnBrk="1" latinLnBrk="0" hangingPunct="1">
        <a:spcBef>
          <a:spcPct val="20000"/>
        </a:spcBef>
        <a:buFont typeface="Arial" panose="020B0604020202020204" pitchFamily="34" charset="0"/>
        <a:buChar char="•"/>
        <a:defRPr sz="2000" b="0" i="0" kern="1200">
          <a:solidFill>
            <a:schemeClr val="tx1"/>
          </a:solidFill>
          <a:latin typeface="Aptos" panose="020B0004020202020204" pitchFamily="34" charset="0"/>
          <a:ea typeface="Noto Sans Medium" panose="020B0502040504020204" pitchFamily="34" charset="0"/>
          <a:cs typeface="Noto Sans Medium" panose="020B050204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0"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hyperlink" Target="http://www.ogc.org/" TargetMode="External"/><Relationship Id="rId1" Type="http://schemas.openxmlformats.org/officeDocument/2006/relationships/slideLayout" Target="../slideLayouts/slideLayout4.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CEBA7BB-BFCF-80E7-2506-1EE9332E6C45}"/>
              </a:ext>
            </a:extLst>
          </p:cNvPr>
          <p:cNvSpPr>
            <a:spLocks noGrp="1"/>
          </p:cNvSpPr>
          <p:nvPr>
            <p:ph type="title"/>
          </p:nvPr>
        </p:nvSpPr>
        <p:spPr>
          <a:xfrm>
            <a:off x="990600" y="8496300"/>
            <a:ext cx="13030200" cy="947738"/>
          </a:xfrm>
        </p:spPr>
        <p:txBody>
          <a:bodyPr/>
          <a:lstStyle/>
          <a:p>
            <a:r>
              <a:rPr lang="en-US" dirty="0"/>
              <a:t>&lt;Presenter’s Name&gt;</a:t>
            </a:r>
            <a:br>
              <a:rPr lang="en-US" dirty="0"/>
            </a:br>
            <a:r>
              <a:rPr lang="en-US" dirty="0" err="1"/>
              <a:t>GeoPose</a:t>
            </a:r>
            <a:r>
              <a:rPr lang="en-US" dirty="0"/>
              <a:t> Summit</a:t>
            </a:r>
            <a:br>
              <a:rPr lang="en-US" dirty="0"/>
            </a:br>
            <a:r>
              <a:rPr lang="en-US" dirty="0"/>
              <a:t>27 October 2025</a:t>
            </a:r>
          </a:p>
        </p:txBody>
      </p:sp>
      <p:sp>
        <p:nvSpPr>
          <p:cNvPr id="9" name="Text Placeholder 1">
            <a:extLst>
              <a:ext uri="{FF2B5EF4-FFF2-40B4-BE49-F238E27FC236}">
                <a16:creationId xmlns:a16="http://schemas.microsoft.com/office/drawing/2014/main" id="{FADEEFC8-FA9B-D02C-5254-F4E23F97E2A5}"/>
              </a:ext>
            </a:extLst>
          </p:cNvPr>
          <p:cNvSpPr>
            <a:spLocks noGrp="1"/>
          </p:cNvSpPr>
          <p:nvPr>
            <p:ph type="body" sz="quarter" idx="11"/>
          </p:nvPr>
        </p:nvSpPr>
        <p:spPr>
          <a:xfrm>
            <a:off x="762000" y="881062"/>
            <a:ext cx="15468600" cy="3200400"/>
          </a:xfrm>
        </p:spPr>
        <p:txBody>
          <a:bodyPr/>
          <a:lstStyle/>
          <a:p>
            <a:r>
              <a:rPr lang="en-US" sz="4800" dirty="0"/>
              <a:t>         </a:t>
            </a:r>
            <a:endParaRPr lang="en-US" sz="8000" dirty="0"/>
          </a:p>
          <a:p>
            <a:pPr algn="ctr"/>
            <a:r>
              <a:rPr lang="en-US" sz="5400" dirty="0"/>
              <a:t>Use Case: Point at the Sun, Here and Now</a:t>
            </a:r>
          </a:p>
        </p:txBody>
      </p:sp>
      <p:pic>
        <p:nvPicPr>
          <p:cNvPr id="3" name="Google Shape;88;p21" descr="A picture containing guitar&#10;&#10;Description automatically generated">
            <a:extLst>
              <a:ext uri="{FF2B5EF4-FFF2-40B4-BE49-F238E27FC236}">
                <a16:creationId xmlns:a16="http://schemas.microsoft.com/office/drawing/2014/main" id="{834668E0-518C-F33C-CB99-9FD45126FD43}"/>
              </a:ext>
            </a:extLst>
          </p:cNvPr>
          <p:cNvPicPr preferRelativeResize="0"/>
          <p:nvPr/>
        </p:nvPicPr>
        <p:blipFill rotWithShape="1">
          <a:blip r:embed="rId2">
            <a:alphaModFix/>
          </a:blip>
          <a:srcRect/>
          <a:stretch/>
        </p:blipFill>
        <p:spPr>
          <a:xfrm>
            <a:off x="7315200" y="5773886"/>
            <a:ext cx="11244943" cy="4513114"/>
          </a:xfrm>
          <a:prstGeom prst="rect">
            <a:avLst/>
          </a:prstGeom>
          <a:noFill/>
          <a:ln>
            <a:noFill/>
          </a:ln>
        </p:spPr>
      </p:pic>
      <p:pic>
        <p:nvPicPr>
          <p:cNvPr id="6" name="Picture 5">
            <a:extLst>
              <a:ext uri="{FF2B5EF4-FFF2-40B4-BE49-F238E27FC236}">
                <a16:creationId xmlns:a16="http://schemas.microsoft.com/office/drawing/2014/main" id="{0F354DB6-F979-D85A-AD83-3AAC8B33A43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57400" y="495300"/>
            <a:ext cx="4389121" cy="1219200"/>
          </a:xfrm>
          <a:prstGeom prst="rect">
            <a:avLst/>
          </a:prstGeom>
        </p:spPr>
      </p:pic>
    </p:spTree>
    <p:extLst>
      <p:ext uri="{BB962C8B-B14F-4D97-AF65-F5344CB8AC3E}">
        <p14:creationId xmlns:p14="http://schemas.microsoft.com/office/powerpoint/2010/main" val="37617869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FEB3-5223-94D5-EE72-61046796C1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2C1880C-599A-712B-F38F-267BDF836B84}"/>
              </a:ext>
            </a:extLst>
          </p:cNvPr>
          <p:cNvSpPr>
            <a:spLocks noGrp="1"/>
          </p:cNvSpPr>
          <p:nvPr>
            <p:ph type="title"/>
          </p:nvPr>
        </p:nvSpPr>
        <p:spPr>
          <a:xfrm>
            <a:off x="457200" y="274638"/>
            <a:ext cx="14173200" cy="1143000"/>
          </a:xfrm>
        </p:spPr>
        <p:txBody>
          <a:bodyPr anchor="ctr">
            <a:normAutofit/>
          </a:bodyPr>
          <a:lstStyle/>
          <a:p>
            <a:r>
              <a:rPr lang="en-US" sz="6900" dirty="0"/>
              <a:t>Example Packaging in an API</a:t>
            </a:r>
          </a:p>
        </p:txBody>
      </p:sp>
      <p:graphicFrame>
        <p:nvGraphicFramePr>
          <p:cNvPr id="5" name="Text Placeholder 1">
            <a:extLst>
              <a:ext uri="{FF2B5EF4-FFF2-40B4-BE49-F238E27FC236}">
                <a16:creationId xmlns:a16="http://schemas.microsoft.com/office/drawing/2014/main" id="{5222B78D-526F-5D30-D501-719F21B5E769}"/>
              </a:ext>
            </a:extLst>
          </p:cNvPr>
          <p:cNvGraphicFramePr/>
          <p:nvPr>
            <p:extLst>
              <p:ext uri="{D42A27DB-BD31-4B8C-83A1-F6EECF244321}">
                <p14:modId xmlns:p14="http://schemas.microsoft.com/office/powerpoint/2010/main" val="3846196553"/>
              </p:ext>
            </p:extLst>
          </p:nvPr>
        </p:nvGraphicFramePr>
        <p:xfrm>
          <a:off x="457200" y="1608138"/>
          <a:ext cx="14173200" cy="65288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741911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B3EA9-2236-291B-A47A-9CF0D499A43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F4197BD-4D41-E70A-17DE-CCC1A1B08DB2}"/>
              </a:ext>
            </a:extLst>
          </p:cNvPr>
          <p:cNvSpPr>
            <a:spLocks noGrp="1"/>
          </p:cNvSpPr>
          <p:nvPr>
            <p:ph type="body" idx="16"/>
          </p:nvPr>
        </p:nvSpPr>
        <p:spPr>
          <a:xfrm>
            <a:off x="838200" y="1866900"/>
            <a:ext cx="16598236" cy="7309047"/>
          </a:xfrm>
        </p:spPr>
        <p:txBody>
          <a:bodyPr/>
          <a:lstStyle/>
          <a:p>
            <a:pPr marL="0" indent="0">
              <a:buNone/>
            </a:pPr>
            <a:endParaRPr lang="en-US" dirty="0"/>
          </a:p>
        </p:txBody>
      </p:sp>
      <p:sp>
        <p:nvSpPr>
          <p:cNvPr id="3" name="Title 2">
            <a:extLst>
              <a:ext uri="{FF2B5EF4-FFF2-40B4-BE49-F238E27FC236}">
                <a16:creationId xmlns:a16="http://schemas.microsoft.com/office/drawing/2014/main" id="{905DC566-D87A-E966-D171-F19452F44A50}"/>
              </a:ext>
            </a:extLst>
          </p:cNvPr>
          <p:cNvSpPr>
            <a:spLocks noGrp="1"/>
          </p:cNvSpPr>
          <p:nvPr>
            <p:ph type="title"/>
          </p:nvPr>
        </p:nvSpPr>
        <p:spPr/>
        <p:txBody>
          <a:bodyPr/>
          <a:lstStyle/>
          <a:p>
            <a:r>
              <a:rPr lang="en-US" dirty="0"/>
              <a:t>&lt;Presentation&gt;</a:t>
            </a:r>
          </a:p>
        </p:txBody>
      </p:sp>
      <p:sp>
        <p:nvSpPr>
          <p:cNvPr id="5" name="TextBox 4">
            <a:extLst>
              <a:ext uri="{FF2B5EF4-FFF2-40B4-BE49-F238E27FC236}">
                <a16:creationId xmlns:a16="http://schemas.microsoft.com/office/drawing/2014/main" id="{DD5E750D-BE91-61BE-C7D1-067D23C6E829}"/>
              </a:ext>
            </a:extLst>
          </p:cNvPr>
          <p:cNvSpPr txBox="1"/>
          <p:nvPr/>
        </p:nvSpPr>
        <p:spPr>
          <a:xfrm>
            <a:off x="4572000" y="2825380"/>
            <a:ext cx="9144000" cy="3970318"/>
          </a:xfrm>
          <a:prstGeom prst="rect">
            <a:avLst/>
          </a:prstGeom>
          <a:noFill/>
        </p:spPr>
        <p:txBody>
          <a:bodyPr wrap="square">
            <a:spAutoFit/>
          </a:bodyPr>
          <a:lstStyle/>
          <a:p>
            <a:r>
              <a:rPr lang="en-US" dirty="0"/>
              <a:t>2. Use Cases for </a:t>
            </a:r>
            <a:r>
              <a:rPr lang="en-US" dirty="0" err="1"/>
              <a:t>GeoPose</a:t>
            </a:r>
            <a:r>
              <a:rPr lang="en-US" dirty="0"/>
              <a:t> and Examples (#1)</a:t>
            </a:r>
          </a:p>
          <a:p>
            <a:r>
              <a:rPr lang="en-US" dirty="0"/>
              <a:t>Time: 9:20 – 10:00</a:t>
            </a:r>
          </a:p>
          <a:p>
            <a:r>
              <a:rPr lang="en-US" dirty="0"/>
              <a:t>Description: A pose—or point-of-view—is fundamentally about visual perception in 3D space, making it essential for use cases that involve sensing the absolute and relative position of things (stationary or moving objects, real or digital) or environmental forces (</a:t>
            </a:r>
            <a:r>
              <a:rPr lang="en-US" dirty="0" err="1"/>
              <a:t>eg.</a:t>
            </a:r>
            <a:r>
              <a:rPr lang="en-US" dirty="0"/>
              <a:t> odors, wind, sounds). </a:t>
            </a:r>
            <a:r>
              <a:rPr lang="en-US" dirty="0" err="1"/>
              <a:t>GeoPose</a:t>
            </a:r>
            <a:r>
              <a:rPr lang="en-US" dirty="0"/>
              <a:t> elevates this concept of 3D perception by anchoring pose data to a standardized Earth-based coordinate system. This powerful linkage enables precise navigation and situational awareness for a wide range of applications, including autonomous vehicles, collision avoidance, rendezvous operations, target tracking, motion capture, and even scenarios involving complex, jointed systems.</a:t>
            </a:r>
          </a:p>
          <a:p>
            <a:r>
              <a:rPr lang="en-US" dirty="0"/>
              <a:t>Moderator: Josh Lieberman, Tumbling Walls</a:t>
            </a:r>
          </a:p>
          <a:p>
            <a:r>
              <a:rPr lang="en-US" dirty="0"/>
              <a:t>Speakers: Steve Smyth, Open Site Plan; Mikel Salazar, IFE; Rob Smith, Away Team</a:t>
            </a:r>
          </a:p>
          <a:p>
            <a:endParaRPr lang="en-US" dirty="0"/>
          </a:p>
          <a:p>
            <a:r>
              <a:rPr lang="en-US" dirty="0" err="1"/>
              <a:t>Solarpose</a:t>
            </a:r>
            <a:r>
              <a:rPr lang="en-US" dirty="0"/>
              <a:t> slides 3 </a:t>
            </a:r>
          </a:p>
        </p:txBody>
      </p:sp>
    </p:spTree>
    <p:extLst>
      <p:ext uri="{BB962C8B-B14F-4D97-AF65-F5344CB8AC3E}">
        <p14:creationId xmlns:p14="http://schemas.microsoft.com/office/powerpoint/2010/main" val="13171217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B1FA5-0525-3B6E-FF46-02F9151C918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46D624D-3EE8-FD39-9B1C-8227DCE93BCE}"/>
              </a:ext>
            </a:extLst>
          </p:cNvPr>
          <p:cNvSpPr>
            <a:spLocks noGrp="1"/>
          </p:cNvSpPr>
          <p:nvPr>
            <p:ph type="body" idx="16"/>
          </p:nvPr>
        </p:nvSpPr>
        <p:spPr>
          <a:xfrm>
            <a:off x="838200" y="1866900"/>
            <a:ext cx="16598236" cy="7309047"/>
          </a:xfrm>
        </p:spPr>
        <p:txBody>
          <a:bodyPr/>
          <a:lstStyle/>
          <a:p>
            <a:pPr marL="0" indent="0">
              <a:buNone/>
            </a:pPr>
            <a:endParaRPr lang="en-US" dirty="0"/>
          </a:p>
        </p:txBody>
      </p:sp>
      <p:sp>
        <p:nvSpPr>
          <p:cNvPr id="3" name="Title 2">
            <a:extLst>
              <a:ext uri="{FF2B5EF4-FFF2-40B4-BE49-F238E27FC236}">
                <a16:creationId xmlns:a16="http://schemas.microsoft.com/office/drawing/2014/main" id="{4B721ADB-FA6A-57C6-CDFC-459611A24CFB}"/>
              </a:ext>
            </a:extLst>
          </p:cNvPr>
          <p:cNvSpPr>
            <a:spLocks noGrp="1"/>
          </p:cNvSpPr>
          <p:nvPr>
            <p:ph type="title"/>
          </p:nvPr>
        </p:nvSpPr>
        <p:spPr/>
        <p:txBody>
          <a:bodyPr/>
          <a:lstStyle/>
          <a:p>
            <a:r>
              <a:rPr lang="en-US" dirty="0"/>
              <a:t>&lt;Presentation </a:t>
            </a:r>
            <a:r>
              <a:rPr lang="en-US" dirty="0" err="1"/>
              <a:t>Wrapup</a:t>
            </a:r>
            <a:r>
              <a:rPr lang="en-US" dirty="0"/>
              <a:t>&gt;</a:t>
            </a:r>
          </a:p>
        </p:txBody>
      </p:sp>
    </p:spTree>
    <p:extLst>
      <p:ext uri="{BB962C8B-B14F-4D97-AF65-F5344CB8AC3E}">
        <p14:creationId xmlns:p14="http://schemas.microsoft.com/office/powerpoint/2010/main" val="41664843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1D94C-0EBC-3C1C-496A-141DC7339C1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2EE1C65-1072-BAE4-D948-23E436144DA7}"/>
              </a:ext>
            </a:extLst>
          </p:cNvPr>
          <p:cNvSpPr>
            <a:spLocks noGrp="1"/>
          </p:cNvSpPr>
          <p:nvPr>
            <p:ph type="body" idx="16"/>
          </p:nvPr>
        </p:nvSpPr>
        <p:spPr>
          <a:xfrm>
            <a:off x="838200" y="1866900"/>
            <a:ext cx="16598236" cy="7309047"/>
          </a:xfrm>
        </p:spPr>
        <p:txBody>
          <a:bodyPr/>
          <a:lstStyle/>
          <a:p>
            <a:pPr marL="0" indent="0">
              <a:buNone/>
            </a:pPr>
            <a:endParaRPr lang="en-US" dirty="0"/>
          </a:p>
        </p:txBody>
      </p:sp>
      <p:sp>
        <p:nvSpPr>
          <p:cNvPr id="3" name="Title 2">
            <a:extLst>
              <a:ext uri="{FF2B5EF4-FFF2-40B4-BE49-F238E27FC236}">
                <a16:creationId xmlns:a16="http://schemas.microsoft.com/office/drawing/2014/main" id="{5046611A-088E-953B-0399-5AD59D0FDBF4}"/>
              </a:ext>
            </a:extLst>
          </p:cNvPr>
          <p:cNvSpPr>
            <a:spLocks noGrp="1"/>
          </p:cNvSpPr>
          <p:nvPr>
            <p:ph type="title"/>
          </p:nvPr>
        </p:nvSpPr>
        <p:spPr/>
        <p:txBody>
          <a:bodyPr/>
          <a:lstStyle/>
          <a:p>
            <a:r>
              <a:rPr lang="en-US" dirty="0"/>
              <a:t>&lt;Questions&gt;</a:t>
            </a:r>
          </a:p>
        </p:txBody>
      </p:sp>
    </p:spTree>
    <p:extLst>
      <p:ext uri="{BB962C8B-B14F-4D97-AF65-F5344CB8AC3E}">
        <p14:creationId xmlns:p14="http://schemas.microsoft.com/office/powerpoint/2010/main" val="3367227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F02F8C8-9474-DBA6-5C09-FB0084C560D1}"/>
              </a:ext>
            </a:extLst>
          </p:cNvPr>
          <p:cNvSpPr>
            <a:spLocks noGrp="1"/>
          </p:cNvSpPr>
          <p:nvPr>
            <p:ph type="body" sz="half" idx="2"/>
          </p:nvPr>
        </p:nvSpPr>
        <p:spPr>
          <a:xfrm>
            <a:off x="646282" y="9070960"/>
            <a:ext cx="6186805" cy="548831"/>
          </a:xfrm>
        </p:spPr>
        <p:txBody>
          <a:bodyPr vert="horz" lIns="91440" tIns="45720" rIns="91440" bIns="45720" rtlCol="0" anchor="t">
            <a:noAutofit/>
          </a:bodyPr>
          <a:lstStyle/>
          <a:p>
            <a:r>
              <a:rPr lang="en-US" dirty="0">
                <a:solidFill>
                  <a:schemeClr val="accent3">
                    <a:lumMod val="60000"/>
                    <a:lumOff val="40000"/>
                  </a:schemeClr>
                </a:solidFill>
                <a:latin typeface="Aptos SemiBold" panose="020B0004020202020204" pitchFamily="34" charset="0"/>
                <a:hlinkClick r:id="rId2"/>
              </a:rPr>
              <a:t>www.ogc.org</a:t>
            </a:r>
            <a:endParaRPr lang="en-US" dirty="0">
              <a:solidFill>
                <a:schemeClr val="accent3">
                  <a:lumMod val="60000"/>
                  <a:lumOff val="40000"/>
                </a:schemeClr>
              </a:solidFill>
              <a:latin typeface="Aptos SemiBold" panose="020B0004020202020204" pitchFamily="34" charset="0"/>
            </a:endParaRPr>
          </a:p>
        </p:txBody>
      </p:sp>
      <p:sp>
        <p:nvSpPr>
          <p:cNvPr id="4" name="Title 3">
            <a:extLst>
              <a:ext uri="{FF2B5EF4-FFF2-40B4-BE49-F238E27FC236}">
                <a16:creationId xmlns:a16="http://schemas.microsoft.com/office/drawing/2014/main" id="{74FC2607-90B6-1BE6-26DA-96BD3BC71DFB}"/>
              </a:ext>
            </a:extLst>
          </p:cNvPr>
          <p:cNvSpPr>
            <a:spLocks noGrp="1"/>
          </p:cNvSpPr>
          <p:nvPr>
            <p:ph type="title"/>
          </p:nvPr>
        </p:nvSpPr>
        <p:spPr/>
        <p:txBody>
          <a:bodyPr/>
          <a:lstStyle/>
          <a:p>
            <a:pPr>
              <a:lnSpc>
                <a:spcPts val="9800"/>
              </a:lnSpc>
            </a:pPr>
            <a:r>
              <a:rPr lang="en-US" sz="7200" dirty="0">
                <a:latin typeface="Aptos"/>
              </a:rPr>
              <a:t>THANK YOU</a:t>
            </a:r>
          </a:p>
        </p:txBody>
      </p:sp>
      <p:pic>
        <p:nvPicPr>
          <p:cNvPr id="14" name="Picture Placeholder 13">
            <a:extLst>
              <a:ext uri="{FF2B5EF4-FFF2-40B4-BE49-F238E27FC236}">
                <a16:creationId xmlns:a16="http://schemas.microsoft.com/office/drawing/2014/main" id="{99034441-C71F-F0B9-C2CF-43904F4FF5E0}"/>
              </a:ext>
            </a:extLst>
          </p:cNvPr>
          <p:cNvPicPr>
            <a:picLocks noGrp="1" noChangeAspect="1"/>
          </p:cNvPicPr>
          <p:nvPr>
            <p:ph type="pic" sz="quarter" idx="10"/>
          </p:nvPr>
        </p:nvPicPr>
        <p:blipFill>
          <a:blip r:embed="rId3" cstate="email">
            <a:extLst>
              <a:ext uri="{28A0092B-C50C-407E-A947-70E740481C1C}">
                <a14:useLocalDpi xmlns:a14="http://schemas.microsoft.com/office/drawing/2010/main"/>
              </a:ext>
            </a:extLst>
          </a:blip>
          <a:srcRect l="47" r="47"/>
          <a:stretch/>
        </p:blipFill>
        <p:spPr/>
      </p:pic>
      <p:sp>
        <p:nvSpPr>
          <p:cNvPr id="3" name="Text Placeholder 3">
            <a:extLst>
              <a:ext uri="{FF2B5EF4-FFF2-40B4-BE49-F238E27FC236}">
                <a16:creationId xmlns:a16="http://schemas.microsoft.com/office/drawing/2014/main" id="{CF619F8C-77A6-26B9-3A3A-242225BC3AAB}"/>
              </a:ext>
            </a:extLst>
          </p:cNvPr>
          <p:cNvSpPr txBox="1">
            <a:spLocks/>
          </p:cNvSpPr>
          <p:nvPr/>
        </p:nvSpPr>
        <p:spPr>
          <a:xfrm>
            <a:off x="10348594" y="9076976"/>
            <a:ext cx="6186805" cy="548831"/>
          </a:xfrm>
          <a:prstGeom prst="rect">
            <a:avLst/>
          </a:prstGeom>
        </p:spPr>
        <p:txBody>
          <a:bodyPr vert="horz" lIns="91440" tIns="45720" rIns="91440" bIns="45720" rtlCol="0">
            <a:noAutofit/>
          </a:bodyPr>
          <a:lstStyle>
            <a:lvl1pPr marL="0" indent="0" algn="l" defTabSz="914400" rtl="0" eaLnBrk="1" latinLnBrk="0" hangingPunct="1">
              <a:spcBef>
                <a:spcPct val="20000"/>
              </a:spcBef>
              <a:buFont typeface="Arial" pitchFamily="34" charset="0"/>
              <a:buNone/>
              <a:defRPr sz="2800" b="1" i="0" kern="1200">
                <a:solidFill>
                  <a:schemeClr val="accent1">
                    <a:lumMod val="50000"/>
                  </a:schemeClr>
                </a:solidFill>
                <a:latin typeface="Aptos" panose="020B0004020202020204" pitchFamily="34" charset="0"/>
                <a:ea typeface="Noto Sans Medium" panose="020B0502040504020204" pitchFamily="34" charset="0"/>
                <a:cs typeface="Noto Sans Medium" panose="020B0502040504020204" pitchFamily="34" charset="0"/>
              </a:defRPr>
            </a:lvl1pPr>
            <a:lvl2pPr marL="457200" indent="0" algn="l" defTabSz="914400" rtl="0" eaLnBrk="1" latinLnBrk="0" hangingPunct="1">
              <a:spcBef>
                <a:spcPct val="20000"/>
              </a:spcBef>
              <a:buFont typeface="Arial" panose="020B0604020202020204" pitchFamily="34" charset="0"/>
              <a:buNone/>
              <a:defRPr sz="1200" b="0" i="0" kern="1200">
                <a:solidFill>
                  <a:schemeClr val="tx1"/>
                </a:solidFill>
                <a:latin typeface="Aptos" panose="020B0004020202020204" pitchFamily="34" charset="0"/>
                <a:ea typeface="Noto Sans Medium" panose="020B0502040504020204" pitchFamily="34" charset="0"/>
                <a:cs typeface="Noto Sans Medium" panose="020B0502040504020204" pitchFamily="34" charset="0"/>
              </a:defRPr>
            </a:lvl2pPr>
            <a:lvl3pPr marL="914400" indent="0" algn="l" defTabSz="914400" rtl="0" eaLnBrk="1" latinLnBrk="0" hangingPunct="1">
              <a:spcBef>
                <a:spcPct val="20000"/>
              </a:spcBef>
              <a:buFont typeface="Arial" panose="020B0604020202020204" pitchFamily="34" charset="0"/>
              <a:buNone/>
              <a:defRPr sz="1000" b="0" i="0" kern="1200">
                <a:solidFill>
                  <a:schemeClr val="tx1"/>
                </a:solidFill>
                <a:latin typeface="Aptos" panose="020B0004020202020204" pitchFamily="34" charset="0"/>
                <a:ea typeface="Noto Sans Medium" panose="020B0502040504020204" pitchFamily="34" charset="0"/>
                <a:cs typeface="Noto Sans Medium" panose="020B0502040504020204" pitchFamily="34" charset="0"/>
              </a:defRPr>
            </a:lvl3pPr>
            <a:lvl4pPr marL="1371600" indent="0" algn="l" defTabSz="914400" rtl="0" eaLnBrk="1" latinLnBrk="0" hangingPunct="1">
              <a:spcBef>
                <a:spcPct val="20000"/>
              </a:spcBef>
              <a:buFont typeface="Arial" panose="020B0604020202020204" pitchFamily="34" charset="0"/>
              <a:buNone/>
              <a:defRPr sz="900" b="0" i="0" kern="1200">
                <a:solidFill>
                  <a:schemeClr val="tx1"/>
                </a:solidFill>
                <a:latin typeface="Aptos" panose="020B0004020202020204" pitchFamily="34" charset="0"/>
                <a:ea typeface="Noto Sans Medium" panose="020B0502040504020204" pitchFamily="34" charset="0"/>
                <a:cs typeface="Noto Sans Medium" panose="020B0502040504020204" pitchFamily="34" charset="0"/>
              </a:defRPr>
            </a:lvl4pPr>
            <a:lvl5pPr marL="1828800" indent="0" algn="l" defTabSz="914400" rtl="0" eaLnBrk="1" latinLnBrk="0" hangingPunct="1">
              <a:spcBef>
                <a:spcPct val="20000"/>
              </a:spcBef>
              <a:buFont typeface="Arial" panose="020B0604020202020204" pitchFamily="34" charset="0"/>
              <a:buNone/>
              <a:defRPr sz="900" b="0" i="0" kern="1200">
                <a:solidFill>
                  <a:schemeClr val="tx1"/>
                </a:solidFill>
                <a:latin typeface="Aptos" panose="020B0004020202020204" pitchFamily="34" charset="0"/>
                <a:ea typeface="Noto Sans Medium" panose="020B0502040504020204" pitchFamily="34" charset="0"/>
                <a:cs typeface="Noto Sans Medium" panose="020B0502040504020204" pitchFamily="34" charset="0"/>
              </a:defRPr>
            </a:lvl5pPr>
            <a:lvl6pPr marL="2286000" indent="0" algn="l" defTabSz="914400" rtl="0" eaLnBrk="1" latinLnBrk="0" hangingPunct="1">
              <a:spcBef>
                <a:spcPct val="20000"/>
              </a:spcBef>
              <a:buFont typeface="Arial" pitchFamily="34" charset="0"/>
              <a:buNone/>
              <a:defRPr sz="900" kern="1200">
                <a:solidFill>
                  <a:schemeClr val="tx1"/>
                </a:solidFill>
                <a:latin typeface="+mn-lt"/>
                <a:ea typeface="+mn-ea"/>
                <a:cs typeface="+mn-cs"/>
              </a:defRPr>
            </a:lvl6pPr>
            <a:lvl7pPr marL="2743200" indent="0" algn="l" defTabSz="914400" rtl="0" eaLnBrk="1" latinLnBrk="0" hangingPunct="1">
              <a:spcBef>
                <a:spcPct val="20000"/>
              </a:spcBef>
              <a:buFont typeface="Arial" pitchFamily="34" charset="0"/>
              <a:buNone/>
              <a:defRPr sz="900" kern="1200">
                <a:solidFill>
                  <a:schemeClr val="tx1"/>
                </a:solidFill>
                <a:latin typeface="+mn-lt"/>
                <a:ea typeface="+mn-ea"/>
                <a:cs typeface="+mn-cs"/>
              </a:defRPr>
            </a:lvl7pPr>
            <a:lvl8pPr marL="3200400" indent="0" algn="l" defTabSz="914400" rtl="0" eaLnBrk="1" latinLnBrk="0" hangingPunct="1">
              <a:spcBef>
                <a:spcPct val="20000"/>
              </a:spcBef>
              <a:buFont typeface="Arial" pitchFamily="34" charset="0"/>
              <a:buNone/>
              <a:defRPr sz="900" kern="1200">
                <a:solidFill>
                  <a:schemeClr val="tx1"/>
                </a:solidFill>
                <a:latin typeface="+mn-lt"/>
                <a:ea typeface="+mn-ea"/>
                <a:cs typeface="+mn-cs"/>
              </a:defRPr>
            </a:lvl8pPr>
            <a:lvl9pPr marL="3657600" indent="0" algn="l" defTabSz="914400" rtl="0" eaLnBrk="1" latinLnBrk="0" hangingPunct="1">
              <a:spcBef>
                <a:spcPct val="20000"/>
              </a:spcBef>
              <a:buFont typeface="Arial" pitchFamily="34" charset="0"/>
              <a:buNone/>
              <a:defRPr sz="900" kern="1200">
                <a:solidFill>
                  <a:schemeClr val="tx1"/>
                </a:solidFill>
                <a:latin typeface="+mn-lt"/>
                <a:ea typeface="+mn-ea"/>
                <a:cs typeface="+mn-cs"/>
              </a:defRPr>
            </a:lvl9pPr>
          </a:lstStyle>
          <a:p>
            <a:r>
              <a:rPr lang="en-US"/>
              <a:t>https://metaverse-standards.org/</a:t>
            </a:r>
            <a:endParaRPr lang="en-US" dirty="0"/>
          </a:p>
        </p:txBody>
      </p:sp>
      <p:pic>
        <p:nvPicPr>
          <p:cNvPr id="5" name="Picture 4">
            <a:extLst>
              <a:ext uri="{FF2B5EF4-FFF2-40B4-BE49-F238E27FC236}">
                <a16:creationId xmlns:a16="http://schemas.microsoft.com/office/drawing/2014/main" id="{A57D8AE4-D8DE-8E5E-CB66-113B882722E9}"/>
              </a:ext>
            </a:extLst>
          </p:cNvPr>
          <p:cNvPicPr>
            <a:picLocks noChangeAspect="1"/>
          </p:cNvPicPr>
          <p:nvPr/>
        </p:nvPicPr>
        <p:blipFill>
          <a:blip r:embed="rId4"/>
          <a:stretch>
            <a:fillRect/>
          </a:stretch>
        </p:blipFill>
        <p:spPr>
          <a:xfrm>
            <a:off x="10972800" y="495300"/>
            <a:ext cx="4389500" cy="1219306"/>
          </a:xfrm>
          <a:prstGeom prst="rect">
            <a:avLst/>
          </a:prstGeom>
        </p:spPr>
      </p:pic>
    </p:spTree>
    <p:extLst>
      <p:ext uri="{BB962C8B-B14F-4D97-AF65-F5344CB8AC3E}">
        <p14:creationId xmlns:p14="http://schemas.microsoft.com/office/powerpoint/2010/main" val="3269384868"/>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Desktop version - PPT MASTER" id="{7FEBD1E3-3883-9049-8AF0-44F39D7ACA2B}" vid="{45FF2EAE-8C52-A747-9309-B2C3AB4E5FB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43D6C5B1E4575B45A67252651D547745" ma:contentTypeVersion="5" ma:contentTypeDescription="Create a new document." ma:contentTypeScope="" ma:versionID="abcbbf97e778d2459eaf06a99253d27f">
  <xsd:schema xmlns:xsd="http://www.w3.org/2001/XMLSchema" xmlns:xs="http://www.w3.org/2001/XMLSchema" xmlns:p="http://schemas.microsoft.com/office/2006/metadata/properties" xmlns:ns3="c9d48118-3257-49e8-b197-f28d09ea93e0" targetNamespace="http://schemas.microsoft.com/office/2006/metadata/properties" ma:root="true" ma:fieldsID="4ab44e5032784fa9d2a4b9a076403eae" ns3:_="">
    <xsd:import namespace="c9d48118-3257-49e8-b197-f28d09ea93e0"/>
    <xsd:element name="properties">
      <xsd:complexType>
        <xsd:sequence>
          <xsd:element name="documentManagement">
            <xsd:complexType>
              <xsd:all>
                <xsd:element ref="ns3:MediaServiceMetadata" minOccurs="0"/>
                <xsd:element ref="ns3:MediaServiceFastMetadata" minOccurs="0"/>
                <xsd:element ref="ns3:MediaServiceAutoTags" minOccurs="0"/>
                <xsd:element ref="ns3:MediaServiceDateTaken" minOccurs="0"/>
                <xsd:element ref="ns3: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9d48118-3257-49e8-b197-f28d09ea93e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DateTaken" ma:index="11" nillable="true" ma:displayName="MediaServiceDateTaken" ma:hidden="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A028D80A-D8F1-4E9F-96FE-EDED6B38411B}">
  <ds:schemaRefs>
    <ds:schemaRef ds:uri="http://schemas.microsoft.com/sharepoint/v3/contenttype/forms"/>
  </ds:schemaRefs>
</ds:datastoreItem>
</file>

<file path=customXml/itemProps2.xml><?xml version="1.0" encoding="utf-8"?>
<ds:datastoreItem xmlns:ds="http://schemas.openxmlformats.org/officeDocument/2006/customXml" ds:itemID="{B1637B73-45C9-44F2-97E6-558EE7A2FC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9d48118-3257-49e8-b197-f28d09ea93e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B83FC41-384C-4416-9A4E-6653321403C3}">
  <ds:schemaRefs>
    <ds:schemaRef ds:uri="http://schemas.openxmlformats.org/package/2006/metadata/core-properties"/>
    <ds:schemaRef ds:uri="http://purl.org/dc/elements/1.1/"/>
    <ds:schemaRef ds:uri="http://purl.org/dc/terms/"/>
    <ds:schemaRef ds:uri="http://schemas.microsoft.com/office/infopath/2007/PartnerControls"/>
    <ds:schemaRef ds:uri="http://purl.org/dc/dcmitype/"/>
    <ds:schemaRef ds:uri="http://schemas.microsoft.com/office/2006/documentManagement/types"/>
    <ds:schemaRef ds:uri="c9d48118-3257-49e8-b197-f28d09ea93e0"/>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TotalTime>9323</TotalTime>
  <Words>229</Words>
  <Application>Microsoft Office PowerPoint</Application>
  <PresentationFormat>Custom</PresentationFormat>
  <Paragraphs>20</Paragraphs>
  <Slides>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Aptos Display</vt:lpstr>
      <vt:lpstr>Calibri</vt:lpstr>
      <vt:lpstr>Aptos</vt:lpstr>
      <vt:lpstr>Arial</vt:lpstr>
      <vt:lpstr>Aptos SemiBold</vt:lpstr>
      <vt:lpstr>Office Theme</vt:lpstr>
      <vt:lpstr>&lt;Presenter’s Name&gt; GeoPose Summit 27 October 2025</vt:lpstr>
      <vt:lpstr>Example Packaging in an API</vt:lpstr>
      <vt:lpstr>&lt;Presentation&gt;</vt:lpstr>
      <vt:lpstr>&lt;Presentation Wrapup&gt;</vt:lpstr>
      <vt:lpstr>&lt;Questions&gt;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Steve Smyth| OpenSitePlan 09 June 2025</dc:title>
  <dc:creator>Scott Simmons</dc:creator>
  <cp:lastModifiedBy>Steve Smyth</cp:lastModifiedBy>
  <cp:revision>56</cp:revision>
  <dcterms:created xsi:type="dcterms:W3CDTF">2025-04-29T18:14:43Z</dcterms:created>
  <dcterms:modified xsi:type="dcterms:W3CDTF">2025-10-20T13:11:06Z</dcterms:modified>
  <dc:identifier>DAGYbemYEzg</dc:identifie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0x01010043D6C5B1E4575B45A67252651D547745</vt:lpwstr>
  </property>
  <property fmtid="{D5CDD505-2E9C-101B-9397-08002B2CF9AE}" pid="3" name="MediaServiceImageTags">
    <vt:lpwstr/>
  </property>
</Properties>
</file>