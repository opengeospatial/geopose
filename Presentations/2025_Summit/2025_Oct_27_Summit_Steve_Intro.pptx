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379" r:id="rId5"/>
    <p:sldId id="432" r:id="rId6"/>
    <p:sldId id="461" r:id="rId7"/>
    <p:sldId id="462" r:id="rId8"/>
    <p:sldId id="463" r:id="rId9"/>
    <p:sldId id="348" r:id="rId10"/>
  </p:sldIdLst>
  <p:sldSz cx="18288000" cy="10287000"/>
  <p:notesSz cx="6858000" cy="9144000"/>
  <p:embeddedFontLst>
    <p:embeddedFont>
      <p:font typeface="Aptos SemiBold" panose="020B0004020202020204" pitchFamily="3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3" autoAdjust="0"/>
    <p:restoredTop sz="96197" autoAdjust="0"/>
  </p:normalViewPr>
  <p:slideViewPr>
    <p:cSldViewPr>
      <p:cViewPr varScale="1">
        <p:scale>
          <a:sx n="58" d="100"/>
          <a:sy n="58" d="100"/>
        </p:scale>
        <p:origin x="499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/>
            <a:t>Where we are.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/>
            <a:t>What we are planning.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</a:t>
          </a:r>
          <a:r>
            <a:rPr lang="en-US" b="0" dirty="0"/>
            <a:t>links spatial content.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 custLinFactNeighborX="358" custLinFactNeighborY="239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14270" y="1848974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57183" y="2269741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Where we are.</a:t>
          </a:r>
        </a:p>
      </dsp:txBody>
      <dsp:txXfrm>
        <a:off x="531321" y="2343879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What we are planning.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4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 err="1"/>
            <a:t>GeoPose</a:t>
          </a:r>
          <a:r>
            <a:rPr lang="en-US" sz="4800" kern="1200" dirty="0"/>
            <a:t> </a:t>
          </a:r>
          <a:r>
            <a:rPr lang="en-US" sz="4800" b="0" kern="1200" dirty="0"/>
            <a:t>links spatial content.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&lt;Presenter’s Name&gt;</a:t>
            </a:r>
            <a:br>
              <a:rPr lang="en-US" dirty="0"/>
            </a:br>
            <a:r>
              <a:rPr lang="en-US" dirty="0" err="1"/>
              <a:t>GeoPose</a:t>
            </a:r>
            <a:r>
              <a:rPr lang="en-US" dirty="0"/>
              <a:t> Summit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 dirty="0"/>
              <a:t>Steve’s </a:t>
            </a:r>
            <a:r>
              <a:rPr lang="en-US" sz="5400" dirty="0" err="1"/>
              <a:t>GeoPose</a:t>
            </a:r>
            <a:r>
              <a:rPr lang="en-US" sz="5400" dirty="0"/>
              <a:t> Intro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</p:spPr>
        <p:txBody>
          <a:bodyPr anchor="ctr">
            <a:normAutofit/>
          </a:bodyPr>
          <a:lstStyle/>
          <a:p>
            <a:r>
              <a:rPr lang="en-US" sz="6900" dirty="0"/>
              <a:t>Summit Notes</a:t>
            </a:r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5388111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3EA9-2236-291B-A47A-9CF0D499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4197BD-4D41-E70A-17DE-CCC1A1B08DB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5DC566-D87A-E966-D171-F19452F44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&lt;Presentation&gt;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40C5CA-4CAA-D784-1B85-3DC2E70EAF75}"/>
              </a:ext>
            </a:extLst>
          </p:cNvPr>
          <p:cNvSpPr txBox="1"/>
          <p:nvPr/>
        </p:nvSpPr>
        <p:spPr>
          <a:xfrm>
            <a:off x="4572000" y="3608338"/>
            <a:ext cx="9144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Description: The OGC </a:t>
            </a:r>
            <a:r>
              <a:rPr lang="en-US" dirty="0" err="1"/>
              <a:t>GeoPose</a:t>
            </a:r>
            <a:r>
              <a:rPr lang="en-US" dirty="0"/>
              <a:t> standard makes it easy to represent </a:t>
            </a:r>
            <a:r>
              <a:rPr lang="en-US" dirty="0" err="1"/>
              <a:t>geoanchored</a:t>
            </a:r>
            <a:r>
              <a:rPr lang="en-US" dirty="0"/>
              <a:t>-location and orientation information, such as to describe a point-of-view, in a way that’s intuitive and developer-friendly. At this Summit, you’ll explore the many use cases for </a:t>
            </a:r>
            <a:r>
              <a:rPr lang="en-US" dirty="0" err="1"/>
              <a:t>GeoPose</a:t>
            </a:r>
            <a:r>
              <a:rPr lang="en-US" dirty="0"/>
              <a:t>, how </a:t>
            </a:r>
            <a:r>
              <a:rPr lang="en-US" dirty="0" err="1"/>
              <a:t>GeoPose</a:t>
            </a:r>
            <a:r>
              <a:rPr lang="en-US" dirty="0"/>
              <a:t> works, where the standard is evolving, and how you can harness it to build powerful, interoperable spatial applications.</a:t>
            </a:r>
          </a:p>
          <a:p>
            <a:r>
              <a:rPr lang="en-US" dirty="0"/>
              <a:t>Speakers: Steve Smyth, Open Site Plan; Christine Perey, PEREY Research &amp; Consulting</a:t>
            </a:r>
          </a:p>
          <a:p>
            <a:endParaRPr lang="en-US" dirty="0"/>
          </a:p>
          <a:p>
            <a:r>
              <a:rPr lang="en-US" dirty="0"/>
              <a:t>Intro slides 4</a:t>
            </a:r>
          </a:p>
        </p:txBody>
      </p:sp>
    </p:spTree>
    <p:extLst>
      <p:ext uri="{BB962C8B-B14F-4D97-AF65-F5344CB8AC3E}">
        <p14:creationId xmlns:p14="http://schemas.microsoft.com/office/powerpoint/2010/main" val="1317121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1FA5-0525-3B6E-FF46-02F9151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6D624D-3EE8-FD39-9B1C-8227DCE93B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21ADB-FA6A-57C6-CDFC-459611A2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&lt;Presentation </a:t>
            </a:r>
            <a:r>
              <a:rPr lang="en-US" dirty="0" err="1"/>
              <a:t>Wrapup</a:t>
            </a:r>
            <a:r>
              <a:rPr lang="en-US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166484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1D94C-0EBC-3C1C-496A-141DC7339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EE1C65-1072-BAE4-D948-23E436144DA7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46611A-088E-953B-0399-5AD59D0FD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&lt;Questions&gt;</a:t>
            </a:r>
          </a:p>
        </p:txBody>
      </p:sp>
    </p:spTree>
    <p:extLst>
      <p:ext uri="{BB962C8B-B14F-4D97-AF65-F5344CB8AC3E}">
        <p14:creationId xmlns:p14="http://schemas.microsoft.com/office/powerpoint/2010/main" val="3367227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9327</TotalTime>
  <Words>141</Words>
  <Application>Microsoft Office PowerPoint</Application>
  <PresentationFormat>Custom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 Display</vt:lpstr>
      <vt:lpstr>Calibri</vt:lpstr>
      <vt:lpstr>Aptos</vt:lpstr>
      <vt:lpstr>Arial</vt:lpstr>
      <vt:lpstr>Aptos SemiBold</vt:lpstr>
      <vt:lpstr>Office Theme</vt:lpstr>
      <vt:lpstr>&lt;Presenter’s Name&gt; GeoPose Summit 27 October 2025</vt:lpstr>
      <vt:lpstr>Summit Notes</vt:lpstr>
      <vt:lpstr>&lt;Presentation&gt;</vt:lpstr>
      <vt:lpstr>&lt;Presentation Wrapup&gt;</vt:lpstr>
      <vt:lpstr>&lt;Questions&gt;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56</cp:revision>
  <dcterms:created xsi:type="dcterms:W3CDTF">2025-04-29T18:14:43Z</dcterms:created>
  <dcterms:modified xsi:type="dcterms:W3CDTF">2025-10-20T13:14:02Z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