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379" r:id="rId5"/>
    <p:sldId id="432" r:id="rId6"/>
    <p:sldId id="461" r:id="rId7"/>
    <p:sldId id="462" r:id="rId8"/>
    <p:sldId id="463" r:id="rId9"/>
    <p:sldId id="348" r:id="rId10"/>
  </p:sldIdLst>
  <p:sldSz cx="18288000" cy="10287000"/>
  <p:notesSz cx="6858000" cy="9144000"/>
  <p:embeddedFontLst>
    <p:embeddedFont>
      <p:font typeface="Aptos SemiBold" panose="020B0004020202020204" pitchFamily="3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3" autoAdjust="0"/>
    <p:restoredTop sz="96197" autoAdjust="0"/>
  </p:normalViewPr>
  <p:slideViewPr>
    <p:cSldViewPr>
      <p:cViewPr varScale="1">
        <p:scale>
          <a:sx n="58" d="100"/>
          <a:sy n="58" d="100"/>
        </p:scale>
        <p:origin x="499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is a simple but precise way to locate and orient a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is well-documented with easy conformance testing.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You can use it in your standard to avoid re-implementing the same concept.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GeoPose</a:t>
          </a:r>
          <a:r>
            <a:rPr lang="en-US" sz="3200" kern="1200" dirty="0"/>
            <a:t> is a simple but precise way to locate and orient a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GeoPose</a:t>
          </a:r>
          <a:r>
            <a:rPr lang="en-US" sz="3200" kern="1200" dirty="0"/>
            <a:t> is well-documented with easy conformance testing.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4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You can use it in your standard to avoid re-implementing the same concept.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&lt;Presenter’s Name&gt;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 err="1"/>
              <a:t>GeoPose</a:t>
            </a:r>
            <a:r>
              <a:rPr lang="en-US" sz="5400" dirty="0"/>
              <a:t> in other Standards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/>
          </a:bodyPr>
          <a:lstStyle/>
          <a:p>
            <a:r>
              <a:rPr lang="en-US" sz="6900" dirty="0"/>
              <a:t>Rely on OGC’s Authoritative Geo Focus</a:t>
            </a:r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4729160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3EA9-2236-291B-A47A-9CF0D499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4197BD-4D41-E70A-17DE-CCC1A1B08DB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GeoPose</a:t>
            </a:r>
            <a:r>
              <a:rPr lang="en-US" dirty="0"/>
              <a:t> to Meet Geospatial Requirements in Other Standards</a:t>
            </a:r>
          </a:p>
          <a:p>
            <a:pPr marL="0" indent="0">
              <a:buNone/>
            </a:pPr>
            <a:r>
              <a:rPr lang="en-US" dirty="0"/>
              <a:t>Time: 12:00 – 1:00</a:t>
            </a:r>
          </a:p>
          <a:p>
            <a:pPr marL="0" indent="0">
              <a:buNone/>
            </a:pPr>
            <a:r>
              <a:rPr lang="en-US" dirty="0"/>
              <a:t>Description: </a:t>
            </a:r>
            <a:r>
              <a:rPr lang="en-US" dirty="0" err="1"/>
              <a:t>GeoPose</a:t>
            </a:r>
            <a:r>
              <a:rPr lang="en-US" dirty="0"/>
              <a:t> is built from modular components that can be used independently or combined to create complete representations of position and orientation. This flexible design allows </a:t>
            </a:r>
            <a:r>
              <a:rPr lang="en-US" dirty="0" err="1"/>
              <a:t>GeoPose</a:t>
            </a:r>
            <a:r>
              <a:rPr lang="en-US" dirty="0"/>
              <a:t> to integrate seamlessly with other standards, making it a powerful tool for bridging systems and ensuring interoperability across diverse spatial applications. By referencing </a:t>
            </a:r>
            <a:r>
              <a:rPr lang="en-US" dirty="0" err="1"/>
              <a:t>GeoPose</a:t>
            </a:r>
            <a:r>
              <a:rPr lang="en-US" dirty="0"/>
              <a:t> in a normative manner, other standards benefit from the well-defined framework of components.</a:t>
            </a:r>
          </a:p>
          <a:p>
            <a:pPr marL="0" indent="0">
              <a:buNone/>
            </a:pPr>
            <a:r>
              <a:rPr lang="en-US" dirty="0"/>
              <a:t>Speakers: Steve Smyth, Open Site Plan; George Percivall, </a:t>
            </a:r>
            <a:r>
              <a:rPr lang="en-US" dirty="0" err="1"/>
              <a:t>GeoRoundtable</a:t>
            </a:r>
            <a:r>
              <a:rPr lang="en-US" dirty="0"/>
              <a:t>/Spatial Web Foundation/IEEE; Alfred Tom, OMA3; Johannes Behr, Web3D Consortium/</a:t>
            </a:r>
            <a:r>
              <a:rPr lang="en-US" dirty="0" err="1"/>
              <a:t>Threedy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glTF</a:t>
            </a:r>
            <a:r>
              <a:rPr lang="en-US" dirty="0"/>
              <a:t> 5 slides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5DC566-D87A-E966-D171-F19452F4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&lt;Presentation&gt;</a:t>
            </a:r>
          </a:p>
        </p:txBody>
      </p:sp>
    </p:spTree>
    <p:extLst>
      <p:ext uri="{BB962C8B-B14F-4D97-AF65-F5344CB8AC3E}">
        <p14:creationId xmlns:p14="http://schemas.microsoft.com/office/powerpoint/2010/main" val="1317121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&lt;Presentation </a:t>
            </a:r>
            <a:r>
              <a:rPr lang="en-US" dirty="0" err="1"/>
              <a:t>Wrapup</a:t>
            </a:r>
            <a:r>
              <a:rPr lang="en-US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D94C-0EBC-3C1C-496A-141DC7339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EE1C65-1072-BAE4-D948-23E436144DA7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46611A-088E-953B-0399-5AD59D0FD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&lt;Questions&gt;</a:t>
            </a:r>
          </a:p>
        </p:txBody>
      </p:sp>
    </p:spTree>
    <p:extLst>
      <p:ext uri="{BB962C8B-B14F-4D97-AF65-F5344CB8AC3E}">
        <p14:creationId xmlns:p14="http://schemas.microsoft.com/office/powerpoint/2010/main" val="33672273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8611</TotalTime>
  <Words>201</Words>
  <Application>Microsoft Office PowerPoint</Application>
  <PresentationFormat>Custom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 Display</vt:lpstr>
      <vt:lpstr>Calibri</vt:lpstr>
      <vt:lpstr>Aptos</vt:lpstr>
      <vt:lpstr>Arial</vt:lpstr>
      <vt:lpstr>Aptos SemiBold</vt:lpstr>
      <vt:lpstr>Office Theme</vt:lpstr>
      <vt:lpstr>&lt;Presenter’s Name&gt; GeoPose Summit 27 October 2025</vt:lpstr>
      <vt:lpstr>Rely on OGC’s Authoritative Geo Focus</vt:lpstr>
      <vt:lpstr>&lt;Presentation&gt;</vt:lpstr>
      <vt:lpstr>&lt;Presentation Wrapup&gt;</vt:lpstr>
      <vt:lpstr>&lt;Questions&gt;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57</cp:revision>
  <dcterms:created xsi:type="dcterms:W3CDTF">2025-04-29T18:14:43Z</dcterms:created>
  <dcterms:modified xsi:type="dcterms:W3CDTF">2025-10-20T13:09:32Z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